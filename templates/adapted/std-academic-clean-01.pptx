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6" r:id="rId59"/>
    <p:sldId id="257" r:id="rId60"/>
    <p:sldId id="258" r:id="rId61"/>
    <p:sldId id="259" r:id="rId62"/>
    <p:sldId id="260" r:id="rId63"/>
    <p:sldId id="261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11" autoAdjust="0"/>
    <p:restoredTop sz="71301" autoAdjust="0"/>
  </p:normalViewPr>
  <p:slideViewPr>
    <p:cSldViewPr snapToGrid="0">
      <p:cViewPr varScale="1">
        <p:scale>
          <a:sx n="62" d="100"/>
          <a:sy n="62" d="100"/>
        </p:scale>
        <p:origin x="7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
  <Relationship Id="rId55" Type="http://schemas.openxmlformats.org/officeDocument/2006/relationships/presProps" Target="presProps.xml"/>
  <Relationship Id="rId53" Type="http://schemas.openxmlformats.org/officeDocument/2006/relationships/notesMaster" Target="notesMasters/notesMaster1.xml"/>
  <Relationship Id="rId58" Type="http://schemas.openxmlformats.org/officeDocument/2006/relationships/tableStyles" Target="tableStyles.xml"/>
  <Relationship Id="rId56" Type="http://schemas.openxmlformats.org/officeDocument/2006/relationships/viewProps" Target="viewProps.xml"/>
  <Relationship Id="rId54" Type="http://schemas.openxmlformats.org/officeDocument/2006/relationships/handoutMaster" Target="handoutMasters/handoutMaster1.xml"/>
  <Relationship Id="rId1" Type="http://schemas.openxmlformats.org/officeDocument/2006/relationships/slideMaster" Target="slideMasters/slideMaster1.xml"/>
  <Relationship Id="rId57" Type="http://schemas.openxmlformats.org/officeDocument/2006/relationships/theme" Target="theme/theme1.xml"/>
  <Relationship Id="rId59" Type="http://schemas.openxmlformats.org/officeDocument/2006/relationships/slide" Target="slides/slide1.xml"/>
  <Relationship Id="rId60" Type="http://schemas.openxmlformats.org/officeDocument/2006/relationships/slide" Target="slides/slide2.xml"/>
  <Relationship Id="rId61" Type="http://schemas.openxmlformats.org/officeDocument/2006/relationships/slide" Target="slides/slide3.xml"/>
  <Relationship Id="rId62" Type="http://schemas.openxmlformats.org/officeDocument/2006/relationships/slide" Target="slides/slide4.xml"/>
  <Relationship Id="rId63" Type="http://schemas.openxmlformats.org/officeDocument/2006/relationships/slide" Target="slides/slide5.xml"/>
  <Relationship Id="rId64" Type="http://schemas.openxmlformats.org/officeDocument/2006/relationships/slide" Target="slides/slide6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8D81D1B-2E9D-48BB-910C-3930F6E2B0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C177B2-0CAA-4C0F-A47D-58A0F36657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F81D8-38BC-44B8-867E-1FD5C55EB7DD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98FEE1-0434-41A1-8151-7EE2AF078D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77D4F1-2D24-4741-8DE7-9E87B8375D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30EA5-944D-417C-AFD9-8A9F73EFA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4142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868DE-2F76-4A3B-8FC3-D6203E6E61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06E66-9283-42A7-94C9-5031DD4496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33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347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需要重新设定本页面的主题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379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74638" y="406400"/>
            <a:ext cx="7407276" cy="4167188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783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367" y="4344301"/>
            <a:ext cx="5486400" cy="4113423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8712-1D9B-65E4-4A79-B42B9AA6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2C593D-652E-CBA6-B17A-456A19297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5B6184-F743-D736-F3FF-DC5C1323F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FB75D-7B37-04A7-9E78-99379254D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351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73E1A-2471-4A3C-222A-A8B92CC6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F417BD-8B6B-4E8E-05A8-12A732E9F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929699-2A82-2241-4864-4D6A2146B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61834D-76CD-B01D-C529-04F4B2846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851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AE66C-85C6-7E6C-4D40-76F327F26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AE3BD3-926A-9F4E-9DA8-DFC871FA4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CD9A3D-7310-9A4A-00CC-9E924B7BF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需要重新设定本页面的主题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5D1AAF-0EFE-46D6-6144-20D991BE3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032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9F2D6-9DAD-A579-C833-698272B4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76B5A4-9285-97EE-64F2-C29615CFA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5C98AE-56B2-327B-A657-BB3606412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72FDB8-623E-8215-1221-A53082099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513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2755-B0A7-BD39-4DAB-4238A548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7C674F-225E-2C50-FE78-1AA2FCEC5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82A536-F1F8-97A4-D395-46695A7AD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A1FF88-1069-A9D0-6C8E-CBE74E2DE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979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D9652-3F96-6D2B-3F14-E1FD2DCD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5E81EC-21B2-536C-1ADA-04AFC48A4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F7A8BD-CCD5-7078-C5B0-98E619E79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75C3A-99AE-E694-43E9-A9C1583FF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659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60E97-A467-ECE1-11B8-628D8EFE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B710BE-C8FD-26A9-71F6-28090BE87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06DC36-5915-A7E5-A0E4-38C997DB8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4C3AEA-DC8D-2482-D982-2F7839DB8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216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DEA5-888D-624E-978A-F8C3722A7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94B58F-92F8-7EF0-8877-42AF05D52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AEE2A8-C0BF-AFD1-B0C2-B892007B5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24A392-90E2-962A-4502-AAEEE77EA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590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33A95-3F65-C33B-5081-84DC1725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71993C-92B9-C493-05AC-90824EDEF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774E6D-0AAE-74B9-C133-F1E76E8B2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需要重新设定本页面的主题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E817D2-ADE4-224D-4320-67BF31F04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138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B601A-A580-D8F6-7C8D-94B93BD6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BCA121-58DB-68F9-864D-EBFD5F5D1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C100DD-7CB1-26DB-B105-D76803A4D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D752D7-3E59-C03C-2052-052E7A315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808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6A4F-2BFD-2C9F-8161-4D156195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B3FDD9-5CFC-44FA-1FFB-61A963393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98B939-3BE3-E3B3-866E-BD0E32EF4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87EC78-664E-DFA4-3837-98FE1788F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806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2014-B0B1-9C82-A093-28DDEEF2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25806A-65B9-A845-3A6A-FB4547318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CD3C74-E5C5-AEA7-4840-E88CC7A76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BC5E54-5FB3-78C1-79CA-FCF64995F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125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E913C-3FB9-F54B-FAD5-451136C8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77FBDF-335D-0A0B-2D19-8CE82563C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CD05A7-74A0-5579-77BD-69D6D712B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需要重新设定本页面的主题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BD789D-79B3-8939-176E-39B9DDF52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454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C28C-3D68-3541-5014-73E45419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BB6A81-BC4E-9174-639F-BF56268BC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79942C-80D6-7D2D-C269-648AD0264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1EDE9F-F4AC-DEF9-95D5-D92CE0486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864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7EC36-BBE5-0EC7-393A-273E8A23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0F388B-58E5-9880-2E5A-9C56DA658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EDE3E7-A86C-71AC-5F06-D8473DAC2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20C20-66FD-77A4-C875-53C36571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2735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38AF-8CED-B263-9F88-611E594F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8055BD-BBB4-507E-CD24-ED752B4BA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DF003E-DF48-D0A3-B082-2AC5B8F84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363654-2D2E-A954-2AC9-34D6194E5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033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F582-6464-B473-B8C4-6C4C9324D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280A08-F502-F27B-A5D9-AB078D8D7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938E19-8179-7A18-F23E-5BCED0FC8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B870BF-CC39-8661-EC0C-A68E85D18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737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854D-138B-26BD-DF26-03E5B740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3FEECC-95B6-AF09-BE7B-D95FB6047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1CA819-A650-963C-C737-91935DCFE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AD4963-3BD5-6B9A-9744-6C7BD0494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799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81ED9-DE5F-D4CA-E4EB-E8A2BFB3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D77603-7367-030A-58C3-48506CAD2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989C53-744D-66FB-ED90-22027F1CB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BAD79F-0859-78DB-AD8D-FBACA5BE2C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2246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FFC5-1D2F-0339-7B63-DE18F984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ED022E-EFBE-1922-A11E-B84144CF8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B0501B-DF70-EC0E-F6EF-B4A35FD82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需要重新设定本页面的主题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72AEE3-3404-2398-4DD4-B5B8F8BC3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4255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BD7E6-CDE3-6E2B-4E48-C18620E98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5589FD-B9EB-3104-F5DB-706773245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02FC73-1642-3681-53A2-33097B629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CDE37C-4697-153C-C36B-3D4E2C66B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158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13D1-640D-5411-2B3A-DDCDF99AB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7CAA43-132B-EF62-CABF-35E43C348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CAB259-9C70-4AB0-14AD-76C97126F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268D83-A6AE-6A1A-4BDC-3F4611D20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370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6967-C115-3AD6-C6E8-4BEB49C4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BAF370-84F6-F04C-034E-D6386CC1E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830B4A-D596-82E4-0FC2-4D85CDC94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需要重新设定本页面的主题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29E04E-58A1-F98E-FFC5-57B4FE1D9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285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0301-8F70-1709-BEC6-F9B145C7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68A0B-EB09-CB3D-9D6E-2245FE605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D27D1-59F9-3FFE-59F8-53AEED2A3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C61A07-3DA6-1D92-7BE2-65759179C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3835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5A7B-8AF1-8351-7E22-0BD727E1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D16EBB-764A-3ED2-1181-D9BC7A0ED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70F0B2-2C3F-88C7-9BD7-493104838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9AFBE5-C974-016A-0C38-D149710DD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134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F415-F601-5897-21CE-EC6BA681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38500E-7DB2-E9B8-23FE-66E48C065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DCC644-3E67-4D73-313A-EA16FC70D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DCFC09-F2B6-5684-3947-D77C883FA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7053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A2F1-5AD0-88FA-8353-A6241965A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120D05-EF69-10B4-FB53-8BED9817B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F7CCFA-5C99-8383-0836-8E03513D5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A35E98-3274-5FD9-BEAE-A751ADC68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1133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C1F21-DB97-EAC3-99D9-317D510E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E7E887-D832-AA5E-5FDF-240529E79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9F0286-3691-1613-909E-C95612D82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359438-8746-222C-3C8F-9A5077DA99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895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3C149-1B09-245A-7401-67B38F6DC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D8A14F-E0E0-F83E-C321-EFFAD0EAF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338408-81B3-9E0C-17F7-2949AA6A3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CA2723-AD74-3095-B5A5-AFFD2EF14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605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F9B4-D508-4F00-31A9-B16342E0C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048ACE-55DC-C56A-32BC-138E4F876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73CEDE-E18E-10DD-8B40-45A4ED81A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CB83D3-0F83-6D3E-5231-90E1214FC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1348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50E7-DCB6-CA7C-5F63-2870C8AA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C7BCA4-A02B-1517-A253-3EBBD15E5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10A45D-1D92-DAA5-963A-CF68B9B72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需要重新设定本页面的主题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DCD18D-A80D-86FE-357E-BE716013A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8980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35972-34EB-2BF4-DE08-F855DB19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8D165D-2B1B-CB40-CDEB-FC6F010E5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5D22C7-C8AA-DF4A-8A63-E116CD147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515EE5-B7C9-AAFF-8FF6-81E6DF766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285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0141A-65AF-0103-7F89-886C8E1D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263616-DF16-65F1-30B3-C73DA196B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28D658-70C7-FA3D-F63E-B667F85CA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F0747-BE21-8362-0A18-E8F2174E7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6078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BA42-DD1B-CEC9-ED97-FA9CFEBEB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AF68DB-041A-6AC0-7770-9ED7A120D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ECC9F1-E526-DBE8-FC87-36AE9BA1D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1A4D73-FEC3-3E81-FFF4-BCE9E39B5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4296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2B355-B705-B7E4-FA85-565BF646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FD9820-922A-AB0D-10DC-65C7DF1BA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276DC7-A9D1-A72D-ED57-D100B748D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93C486-16AE-F5F6-52AB-626756DE0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2238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19929-9413-79AD-59C2-321B4EEB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B64C2D-3A1D-FB54-A1E0-BC408A51A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A372A2-00D5-7C25-026A-0709DB093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8CA783-6A0F-5D0C-B9E8-78EED28DC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2389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D9DD-CBD6-7F5F-6C6B-2B600B55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649C62-D641-2547-72E0-C075963CB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B2392E-4EB4-4705-F9E8-66C36781D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095661-E5B5-E00D-E946-255FF08D17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562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65A8-B002-C6B2-38DD-E1660C8A1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360466-6317-6C3A-93A0-DACCC697F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44894-47B7-9553-CA56-733BDF065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6D6ED6-699B-14F3-0393-B4CDDE533F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64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589CE-C245-2E49-6512-92307AFF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806F51-4F07-F4FC-1B05-8AA451A3C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16E411-BED1-67B8-F671-2B8DFEADE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2A5945-0CC0-2838-5C0A-466EE23B5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2028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14EFD-9AE0-B772-DE75-CBE77AC1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F0D3EB-EEC3-42BC-8E69-EDAA3FF89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C865BD-1E45-7356-D07A-BB770CFC3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需要重新设定本页面的主题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B7AF58-A28B-3AEB-7DCD-BAE367434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0489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481D7-0F05-C1C5-B11C-B7762BE0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8C3417-28C8-8DD1-D15A-63BA1E757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063F0D-21CF-4800-FC0A-6CB99CF0B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EA0D60-DB8F-FD19-14DC-0D3C42AFE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0500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F7D6-FAB1-43E5-3600-D64671ECB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C4BE58-408B-8231-8FF4-F0A55F13D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016524-8142-03DB-FAEC-BBE9F9B89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D5D776-E564-7481-9A6F-1F9777E0D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0243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0E7AE-87F0-E093-9605-F958CC42C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0F11E4-21A8-ABF6-B0CF-220433B6A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F6B292-FEC8-2BF7-D6B1-10D180023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435F17-B372-6707-25A6-C61B8FF15D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2123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16071-E2A0-D826-4F91-387ED21EB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932F14-D45A-BA12-46AF-B9F3E8E86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44D0CE-C9A0-F0A9-22E3-CBD3EDB39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DB64FA-5246-BAA2-C346-F8E0FEF761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6469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544A3-5FA8-ABF3-F746-8A6E81CB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854B8D-2C5E-6324-46A4-8C7B1E5AB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5721A7-5C70-B113-A1EC-52C63AC53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2DC6D-0B25-BF9E-0A24-5F0743D340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5671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314C-88F0-39C8-6F5B-D88D67F6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FC3F40-34CA-B700-76CF-FA48221B6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3DFF62-2040-AFBB-DAAE-302E19CA9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3A7DD8-F5CD-7FA0-B35A-9FED88EBBE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5400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98AE-10ED-8EE3-5432-EE61B6FC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A6F266-5DE3-5E6C-588A-70D894EF7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0F1CDB-C620-320E-DD07-1A8F26445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、本页的关键语句和关键字：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、本页描述的主要内容是：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、页面的包含的要素是：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、页面的表现方式是：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、向听众传递的信息是：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、要解决听众心目中的问题是：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、在听众记忆中留下的印象是：</a:t>
            </a:r>
          </a:p>
          <a:p>
            <a:r>
              <a:rPr lang="en-US" altLang="zh-CN" dirty="0"/>
              <a:t>8</a:t>
            </a:r>
            <a:r>
              <a:rPr lang="zh-CN" altLang="en-US" dirty="0"/>
              <a:t>、建议宣讲者的串词是：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82114F-75A9-A4A1-11E9-A76C47AC3B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3284B-0C3D-4B99-9C2E-1C5D502DA55A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9964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06E66-9283-42A7-94C9-5031DD4496F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61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C4B66-C2A7-4369-917A-215B99E78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0502" y="3833249"/>
            <a:ext cx="9144000" cy="95453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0459DF-A9A5-45F0-A248-B72E6A97F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6942" y="5117773"/>
            <a:ext cx="5151120" cy="490306"/>
          </a:xfrm>
          <a:ln w="15875" cap="rnd">
            <a:solidFill>
              <a:schemeClr val="accent4"/>
            </a:solidFill>
            <a:round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147765-1E0C-C0E9-C837-30D843EC8E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156"/>
          <a:stretch/>
        </p:blipFill>
        <p:spPr>
          <a:xfrm>
            <a:off x="0" y="0"/>
            <a:ext cx="12192000" cy="29053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24C276D-ACB9-D1FD-E9F3-EEAA17413D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20" y="88945"/>
            <a:ext cx="2252345" cy="64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2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欢迎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7BEE303-62CB-453E-A6B5-A3C27E9137CD}"/>
              </a:ext>
            </a:extLst>
          </p:cNvPr>
          <p:cNvSpPr/>
          <p:nvPr userDrawn="1"/>
        </p:nvSpPr>
        <p:spPr>
          <a:xfrm>
            <a:off x="-26877" y="0"/>
            <a:ext cx="12198349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2800" dirty="0">
              <a:ln w="18000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22C4B66-C2A7-4369-917A-215B99E78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1706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B8D4E7F-6744-4973-BA64-8EDAB8010BDA}"/>
              </a:ext>
            </a:extLst>
          </p:cNvPr>
          <p:cNvCxnSpPr/>
          <p:nvPr userDrawn="1"/>
        </p:nvCxnSpPr>
        <p:spPr>
          <a:xfrm>
            <a:off x="336570" y="262481"/>
            <a:ext cx="0" cy="449765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02518FE-97D3-4B23-B2CE-C90B4BF589F6}"/>
              </a:ext>
            </a:extLst>
          </p:cNvPr>
          <p:cNvCxnSpPr/>
          <p:nvPr userDrawn="1"/>
        </p:nvCxnSpPr>
        <p:spPr>
          <a:xfrm>
            <a:off x="336570" y="4724469"/>
            <a:ext cx="0" cy="1799063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038CE4F-C769-4F67-B0A7-28A9A0C6F4EF}"/>
              </a:ext>
            </a:extLst>
          </p:cNvPr>
          <p:cNvCxnSpPr/>
          <p:nvPr userDrawn="1"/>
        </p:nvCxnSpPr>
        <p:spPr>
          <a:xfrm>
            <a:off x="11728588" y="262481"/>
            <a:ext cx="0" cy="4497657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E2B7C16-172D-4569-BB46-F783093FA47E}"/>
              </a:ext>
            </a:extLst>
          </p:cNvPr>
          <p:cNvCxnSpPr/>
          <p:nvPr userDrawn="1"/>
        </p:nvCxnSpPr>
        <p:spPr>
          <a:xfrm>
            <a:off x="11728588" y="4724469"/>
            <a:ext cx="0" cy="1799063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E093CEB-5459-4BDC-BFCB-C260A07655AC}"/>
              </a:ext>
            </a:extLst>
          </p:cNvPr>
          <p:cNvCxnSpPr/>
          <p:nvPr userDrawn="1"/>
        </p:nvCxnSpPr>
        <p:spPr>
          <a:xfrm>
            <a:off x="336571" y="262481"/>
            <a:ext cx="2297346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4983F36-3E7E-4142-9BAF-702008228518}"/>
              </a:ext>
            </a:extLst>
          </p:cNvPr>
          <p:cNvCxnSpPr/>
          <p:nvPr userDrawn="1"/>
        </p:nvCxnSpPr>
        <p:spPr>
          <a:xfrm>
            <a:off x="2633915" y="262481"/>
            <a:ext cx="1914455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64F937C-9ECC-4C61-A946-99029405EE5B}"/>
              </a:ext>
            </a:extLst>
          </p:cNvPr>
          <p:cNvCxnSpPr/>
          <p:nvPr userDrawn="1"/>
        </p:nvCxnSpPr>
        <p:spPr>
          <a:xfrm>
            <a:off x="9431252" y="262481"/>
            <a:ext cx="2297346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FEEF093-37C0-4D5A-8844-8B02D456CFB7}"/>
              </a:ext>
            </a:extLst>
          </p:cNvPr>
          <p:cNvCxnSpPr/>
          <p:nvPr userDrawn="1"/>
        </p:nvCxnSpPr>
        <p:spPr>
          <a:xfrm>
            <a:off x="7516798" y="262481"/>
            <a:ext cx="1914455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4226ABD-CB19-4EB8-9E46-22D3F7BC98AE}"/>
              </a:ext>
            </a:extLst>
          </p:cNvPr>
          <p:cNvCxnSpPr/>
          <p:nvPr userDrawn="1"/>
        </p:nvCxnSpPr>
        <p:spPr>
          <a:xfrm>
            <a:off x="336571" y="6523548"/>
            <a:ext cx="2297346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22A97F3-6C08-4827-AF09-027BD4E67C6D}"/>
              </a:ext>
            </a:extLst>
          </p:cNvPr>
          <p:cNvCxnSpPr/>
          <p:nvPr userDrawn="1"/>
        </p:nvCxnSpPr>
        <p:spPr>
          <a:xfrm>
            <a:off x="9431252" y="6523548"/>
            <a:ext cx="2297346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B9025E-7E3C-4151-9906-AB492413A23A}"/>
              </a:ext>
            </a:extLst>
          </p:cNvPr>
          <p:cNvCxnSpPr>
            <a:cxnSpLocks/>
          </p:cNvCxnSpPr>
          <p:nvPr userDrawn="1"/>
        </p:nvCxnSpPr>
        <p:spPr>
          <a:xfrm>
            <a:off x="2633916" y="6523540"/>
            <a:ext cx="1468301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文本占位符 3">
            <a:extLst>
              <a:ext uri="{FF2B5EF4-FFF2-40B4-BE49-F238E27FC236}">
                <a16:creationId xmlns:a16="http://schemas.microsoft.com/office/drawing/2014/main" id="{04008C05-B0FD-4434-889B-AAD141375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48725" y="136525"/>
            <a:ext cx="2767708" cy="42042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5E78B89-D4D9-4F83-AD55-74A7B762463D}"/>
              </a:ext>
            </a:extLst>
          </p:cNvPr>
          <p:cNvCxnSpPr>
            <a:cxnSpLocks/>
          </p:cNvCxnSpPr>
          <p:nvPr userDrawn="1"/>
        </p:nvCxnSpPr>
        <p:spPr>
          <a:xfrm>
            <a:off x="7962951" y="6523532"/>
            <a:ext cx="1468301" cy="0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9F7450BA-6412-43EB-9765-DAD1C9436700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4490181" y="6313318"/>
            <a:ext cx="3348717" cy="42042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1702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40385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4407406" cy="6857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286897" y="2047980"/>
            <a:ext cx="5444836" cy="1390015"/>
          </a:xfrm>
          <a:custGeom>
            <a:avLst/>
            <a:gdLst/>
            <a:ahLst/>
            <a:cxnLst/>
            <a:rect l="l" t="t" r="r" b="b"/>
            <a:pathLst>
              <a:path w="2225040" h="1390014">
                <a:moveTo>
                  <a:pt x="1236599" y="1209548"/>
                </a:moveTo>
                <a:lnTo>
                  <a:pt x="988441" y="1209548"/>
                </a:lnTo>
                <a:lnTo>
                  <a:pt x="1112520" y="1389888"/>
                </a:lnTo>
                <a:lnTo>
                  <a:pt x="1236599" y="1209548"/>
                </a:lnTo>
                <a:close/>
              </a:path>
              <a:path w="2225040" h="1390014">
                <a:moveTo>
                  <a:pt x="2225040" y="0"/>
                </a:moveTo>
                <a:lnTo>
                  <a:pt x="0" y="0"/>
                </a:lnTo>
                <a:lnTo>
                  <a:pt x="0" y="1209548"/>
                </a:lnTo>
                <a:lnTo>
                  <a:pt x="2225040" y="1209548"/>
                </a:lnTo>
                <a:lnTo>
                  <a:pt x="222504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22528" y="2412854"/>
            <a:ext cx="4973573" cy="4985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36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286896" y="3965172"/>
            <a:ext cx="5444835" cy="3877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ctr">
              <a:buNone/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ED036F9-59B7-4A7D-A4EC-320D76154BAD}"/>
              </a:ext>
            </a:extLst>
          </p:cNvPr>
          <p:cNvSpPr/>
          <p:nvPr userDrawn="1"/>
        </p:nvSpPr>
        <p:spPr>
          <a:xfrm>
            <a:off x="6916973" y="3663102"/>
            <a:ext cx="2224405" cy="0"/>
          </a:xfrm>
          <a:custGeom>
            <a:avLst/>
            <a:gdLst/>
            <a:ahLst/>
            <a:cxnLst/>
            <a:rect l="l" t="t" r="r" b="b"/>
            <a:pathLst>
              <a:path w="2224404">
                <a:moveTo>
                  <a:pt x="0" y="0"/>
                </a:moveTo>
                <a:lnTo>
                  <a:pt x="2224024" y="0"/>
                </a:lnTo>
              </a:path>
            </a:pathLst>
          </a:custGeom>
          <a:ln w="2743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algn="ctr"/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981A28-55F7-D762-88F2-43520AD6E492}"/>
              </a:ext>
            </a:extLst>
          </p:cNvPr>
          <p:cNvPicPr preferRelativeResize="0"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70" y="134665"/>
            <a:ext cx="6480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0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>
            <a:extLst>
              <a:ext uri="{FF2B5EF4-FFF2-40B4-BE49-F238E27FC236}">
                <a16:creationId xmlns:a16="http://schemas.microsoft.com/office/drawing/2014/main" id="{392BEA80-6833-4A1B-96C8-A264E73BF38C}"/>
              </a:ext>
            </a:extLst>
          </p:cNvPr>
          <p:cNvSpPr/>
          <p:nvPr userDrawn="1"/>
        </p:nvSpPr>
        <p:spPr>
          <a:xfrm>
            <a:off x="5449455" y="1440990"/>
            <a:ext cx="5661889" cy="1390015"/>
          </a:xfrm>
          <a:custGeom>
            <a:avLst/>
            <a:gdLst/>
            <a:ahLst/>
            <a:cxnLst/>
            <a:rect l="l" t="t" r="r" b="b"/>
            <a:pathLst>
              <a:path w="2225040" h="1390014">
                <a:moveTo>
                  <a:pt x="1236599" y="1209548"/>
                </a:moveTo>
                <a:lnTo>
                  <a:pt x="988441" y="1209548"/>
                </a:lnTo>
                <a:lnTo>
                  <a:pt x="1112520" y="1389888"/>
                </a:lnTo>
                <a:lnTo>
                  <a:pt x="1236599" y="1209548"/>
                </a:lnTo>
                <a:close/>
              </a:path>
              <a:path w="2225040" h="1390014">
                <a:moveTo>
                  <a:pt x="2225040" y="0"/>
                </a:moveTo>
                <a:lnTo>
                  <a:pt x="0" y="0"/>
                </a:lnTo>
                <a:lnTo>
                  <a:pt x="0" y="1209548"/>
                </a:lnTo>
                <a:lnTo>
                  <a:pt x="2225040" y="1209548"/>
                </a:lnTo>
                <a:lnTo>
                  <a:pt x="222504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5BF914B-F02E-4386-A1C6-363CBC302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27" y="1712019"/>
            <a:ext cx="5384800" cy="604436"/>
          </a:xfrm>
        </p:spPr>
        <p:txBody>
          <a:bodyPr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14D5F09-19D7-4558-88B5-621CC369E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015758" y="4196343"/>
            <a:ext cx="2658594" cy="172892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D26921-1897-4A96-AC27-0D4A16D5A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83928" y="3160828"/>
            <a:ext cx="3722254" cy="74512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E694C7-FAB6-4983-A091-183949AD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A5A58-E174-4952-AEAF-58DB97AB1B93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C9F09B-FDC2-4BF9-BAAA-72A9B956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F38A79-DA53-4D25-A9A6-784B5416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CD917-4AE7-4699-8880-D44015762BA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FB377C0-A28F-431C-AFB9-E6C175BAAE11}"/>
              </a:ext>
            </a:extLst>
          </p:cNvPr>
          <p:cNvSpPr/>
          <p:nvPr userDrawn="1"/>
        </p:nvSpPr>
        <p:spPr>
          <a:xfrm>
            <a:off x="6097" y="0"/>
            <a:ext cx="4407406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27B357F2-A046-4AEE-8B05-6F6F9397F966}"/>
              </a:ext>
            </a:extLst>
          </p:cNvPr>
          <p:cNvSpPr/>
          <p:nvPr userDrawn="1"/>
        </p:nvSpPr>
        <p:spPr>
          <a:xfrm>
            <a:off x="7232853" y="2948201"/>
            <a:ext cx="2224405" cy="0"/>
          </a:xfrm>
          <a:custGeom>
            <a:avLst/>
            <a:gdLst/>
            <a:ahLst/>
            <a:cxnLst/>
            <a:rect l="l" t="t" r="r" b="b"/>
            <a:pathLst>
              <a:path w="2224404">
                <a:moveTo>
                  <a:pt x="0" y="0"/>
                </a:moveTo>
                <a:lnTo>
                  <a:pt x="2224024" y="0"/>
                </a:lnTo>
              </a:path>
            </a:pathLst>
          </a:custGeom>
          <a:ln w="2743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EB2DA56-A805-0358-877D-91FF585447D0}"/>
              </a:ext>
            </a:extLst>
          </p:cNvPr>
          <p:cNvPicPr preferRelativeResize="0"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36525"/>
            <a:ext cx="6480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7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>
            <a:extLst>
              <a:ext uri="{FF2B5EF4-FFF2-40B4-BE49-F238E27FC236}">
                <a16:creationId xmlns:a16="http://schemas.microsoft.com/office/drawing/2014/main" id="{392BEA80-6833-4A1B-96C8-A264E73BF38C}"/>
              </a:ext>
            </a:extLst>
          </p:cNvPr>
          <p:cNvSpPr/>
          <p:nvPr userDrawn="1"/>
        </p:nvSpPr>
        <p:spPr>
          <a:xfrm>
            <a:off x="5291511" y="2239007"/>
            <a:ext cx="5661889" cy="1390015"/>
          </a:xfrm>
          <a:custGeom>
            <a:avLst/>
            <a:gdLst/>
            <a:ahLst/>
            <a:cxnLst/>
            <a:rect l="l" t="t" r="r" b="b"/>
            <a:pathLst>
              <a:path w="2225040" h="1390014">
                <a:moveTo>
                  <a:pt x="1236599" y="1209548"/>
                </a:moveTo>
                <a:lnTo>
                  <a:pt x="988441" y="1209548"/>
                </a:lnTo>
                <a:lnTo>
                  <a:pt x="1112520" y="1389888"/>
                </a:lnTo>
                <a:lnTo>
                  <a:pt x="1236599" y="1209548"/>
                </a:lnTo>
                <a:close/>
              </a:path>
              <a:path w="2225040" h="1390014">
                <a:moveTo>
                  <a:pt x="2225040" y="0"/>
                </a:moveTo>
                <a:lnTo>
                  <a:pt x="0" y="0"/>
                </a:lnTo>
                <a:lnTo>
                  <a:pt x="0" y="1209548"/>
                </a:lnTo>
                <a:lnTo>
                  <a:pt x="2225040" y="1209548"/>
                </a:lnTo>
                <a:lnTo>
                  <a:pt x="222504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5BF914B-F02E-4386-A1C6-363CBC302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583" y="2510036"/>
            <a:ext cx="5384800" cy="604436"/>
          </a:xfrm>
        </p:spPr>
        <p:txBody>
          <a:bodyPr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14D5F09-19D7-4558-88B5-621CC369E9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4114800" cy="685799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D26921-1897-4A96-AC27-0D4A16D5A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25984" y="3958845"/>
            <a:ext cx="3722254" cy="74512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E694C7-FAB6-4983-A091-183949AD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A5A58-E174-4952-AEAF-58DB97AB1B93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C9F09B-FDC2-4BF9-BAAA-72A9B956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F38A79-DA53-4D25-A9A6-784B5416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CD917-4AE7-4699-8880-D44015762BA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27B357F2-A046-4AEE-8B05-6F6F9397F966}"/>
              </a:ext>
            </a:extLst>
          </p:cNvPr>
          <p:cNvSpPr/>
          <p:nvPr userDrawn="1"/>
        </p:nvSpPr>
        <p:spPr>
          <a:xfrm>
            <a:off x="7074909" y="3746218"/>
            <a:ext cx="2224405" cy="0"/>
          </a:xfrm>
          <a:custGeom>
            <a:avLst/>
            <a:gdLst/>
            <a:ahLst/>
            <a:cxnLst/>
            <a:rect l="l" t="t" r="r" b="b"/>
            <a:pathLst>
              <a:path w="2224404">
                <a:moveTo>
                  <a:pt x="0" y="0"/>
                </a:moveTo>
                <a:lnTo>
                  <a:pt x="2224024" y="0"/>
                </a:lnTo>
              </a:path>
            </a:pathLst>
          </a:custGeom>
          <a:ln w="2743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pPr algn="ctr"/>
            <a:endParaRPr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44EAC81-2F8F-77B1-C8BC-351C0AC82122}"/>
              </a:ext>
            </a:extLst>
          </p:cNvPr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141" y="173576"/>
            <a:ext cx="6480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接连接符 83"/>
          <p:cNvCxnSpPr/>
          <p:nvPr userDrawn="1"/>
        </p:nvCxnSpPr>
        <p:spPr>
          <a:xfrm>
            <a:off x="431801" y="740833"/>
            <a:ext cx="10848340" cy="0"/>
          </a:xfrm>
          <a:prstGeom prst="line">
            <a:avLst/>
          </a:prstGeom>
          <a:ln w="15875">
            <a:solidFill>
              <a:srgbClr val="F1AE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任意多边形: 形状 8"/>
          <p:cNvSpPr/>
          <p:nvPr userDrawn="1"/>
        </p:nvSpPr>
        <p:spPr>
          <a:xfrm flipH="1">
            <a:off x="461433" y="337820"/>
            <a:ext cx="360680" cy="347133"/>
          </a:xfrm>
          <a:custGeom>
            <a:avLst/>
            <a:gdLst>
              <a:gd name="connsiteX0" fmla="*/ 1085500 w 1984909"/>
              <a:gd name="connsiteY0" fmla="*/ 0 h 2450892"/>
              <a:gd name="connsiteX1" fmla="*/ 1984909 w 1984909"/>
              <a:gd name="connsiteY1" fmla="*/ 0 h 2450892"/>
              <a:gd name="connsiteX2" fmla="*/ 899409 w 1984909"/>
              <a:gd name="connsiteY2" fmla="*/ 2450892 h 2450892"/>
              <a:gd name="connsiteX3" fmla="*/ 0 w 1984909"/>
              <a:gd name="connsiteY3" fmla="*/ 2450892 h 245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4909" h="2450892">
                <a:moveTo>
                  <a:pt x="1085500" y="0"/>
                </a:moveTo>
                <a:lnTo>
                  <a:pt x="1984909" y="0"/>
                </a:lnTo>
                <a:lnTo>
                  <a:pt x="899409" y="2450892"/>
                </a:lnTo>
                <a:lnTo>
                  <a:pt x="0" y="2450892"/>
                </a:lnTo>
                <a:close/>
              </a:path>
            </a:pathLst>
          </a:custGeom>
          <a:solidFill>
            <a:srgbClr val="F1AE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ea typeface="微软雅黑" panose="020B0503020204020204" pitchFamily="34" charset="-122"/>
            </a:endParaRPr>
          </a:p>
        </p:txBody>
      </p:sp>
      <p:sp>
        <p:nvSpPr>
          <p:cNvPr id="86" name="任意多边形: 形状 8"/>
          <p:cNvSpPr/>
          <p:nvPr userDrawn="1"/>
        </p:nvSpPr>
        <p:spPr>
          <a:xfrm flipH="1">
            <a:off x="240453" y="337820"/>
            <a:ext cx="360680" cy="347133"/>
          </a:xfrm>
          <a:custGeom>
            <a:avLst/>
            <a:gdLst>
              <a:gd name="connsiteX0" fmla="*/ 1085500 w 1984909"/>
              <a:gd name="connsiteY0" fmla="*/ 0 h 2450892"/>
              <a:gd name="connsiteX1" fmla="*/ 1984909 w 1984909"/>
              <a:gd name="connsiteY1" fmla="*/ 0 h 2450892"/>
              <a:gd name="connsiteX2" fmla="*/ 899409 w 1984909"/>
              <a:gd name="connsiteY2" fmla="*/ 2450892 h 2450892"/>
              <a:gd name="connsiteX3" fmla="*/ 0 w 1984909"/>
              <a:gd name="connsiteY3" fmla="*/ 2450892 h 245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4909" h="2450892">
                <a:moveTo>
                  <a:pt x="1085500" y="0"/>
                </a:moveTo>
                <a:lnTo>
                  <a:pt x="1984909" y="0"/>
                </a:lnTo>
                <a:lnTo>
                  <a:pt x="899409" y="2450892"/>
                </a:lnTo>
                <a:lnTo>
                  <a:pt x="0" y="2450892"/>
                </a:lnTo>
                <a:close/>
              </a:path>
            </a:pathLst>
          </a:custGeom>
          <a:solidFill>
            <a:srgbClr val="649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822113" y="684953"/>
            <a:ext cx="10444480" cy="0"/>
          </a:xfrm>
          <a:prstGeom prst="line">
            <a:avLst/>
          </a:prstGeom>
          <a:ln w="15875" cmpd="sng">
            <a:solidFill>
              <a:srgbClr val="5A8F37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A813390D-B1AE-A85B-A95A-F67E2BD1C9B3}"/>
              </a:ext>
            </a:extLst>
          </p:cNvPr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547" y="112883"/>
            <a:ext cx="64800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1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 advTm="11000"/>
    </mc:Choice>
    <mc:Fallback xmlns="">
      <p:transition spd="slow" advClick="0" advTm="11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257ADC-7DE0-43F7-AA2B-812F162C3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94C2C5-7144-4FCE-8028-423182E9E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10621-A7BD-45E4-B660-3F8765C1E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A5A58-E174-4952-AEAF-58DB97AB1B93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C54788-8B09-40A5-8342-271E7685F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B2A99-6459-4C6E-A454-D94755237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CD917-4AE7-4699-8880-D44015762B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041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7" r:id="rId3"/>
    <p:sldLayoutId id="2147483663" r:id="rId4"/>
    <p:sldLayoutId id="2147483668" r:id="rId5"/>
    <p:sldLayoutId id="2147483669" r:id="rId6"/>
    <p:sldLayoutId id="2147483670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template-slot-s03-rid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template-slot-s06-rid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AE379-A67E-43A1-8EBE-6483488F2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0502" y="3521208"/>
            <a:ext cx="9144000" cy="954530"/>
          </a:xfrm>
        </p:spPr>
        <p:txBody>
          <a:bodyPr/>
          <a:lstStyle/>
          <a:p>
            <a:r>
              <a:rPr lang="zh-CN" altLang="en-US" dirty="0"/>
              <a:t>Template Placeholder Title S01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B39CAE-63E6-4EE1-82C4-81CDDCA06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0208" y="4766937"/>
            <a:ext cx="7844589" cy="490306"/>
          </a:xfrm>
        </p:spPr>
        <p:txBody>
          <a:bodyPr>
            <a:normAutofit/>
          </a:bodyPr>
          <a:lstStyle/>
          <a:p>
            <a:r>
              <a:rPr lang="zh-CN" altLang="en-US" dirty="0"/>
              <a:t>Template Placeholder Cover Subtitle</a:t>
            </a:r>
            <a:r>
              <a:rPr lang="en-US" altLang="zh-CN" dirty="0"/>
              <a:t>Template Placeholder Author</a:t>
            </a:r>
            <a:r>
              <a:rPr lang="zh-CN" altLang="en-US" dirty="0"/>
              <a:t>Template Placeholder Author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2E8FF8B4-E1DC-4D90-8ACB-C41B3FA84BF2}"/>
              </a:ext>
            </a:extLst>
          </p:cNvPr>
          <p:cNvSpPr txBox="1">
            <a:spLocks/>
          </p:cNvSpPr>
          <p:nvPr/>
        </p:nvSpPr>
        <p:spPr>
          <a:xfrm>
            <a:off x="3732123" y="5629201"/>
            <a:ext cx="4860758" cy="701500"/>
          </a:xfrm>
          <a:prstGeom prst="rect">
            <a:avLst/>
          </a:prstGeom>
          <a:ln w="15875" cap="rnd">
            <a:noFill/>
            <a:round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Template Placeholder Author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063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96A61-AFA3-42B4-B39C-5979E1EEE0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Template Placeholder Title S02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5769D8-2ACB-426A-9E95-E1339AACEBA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286896" y="3965172"/>
            <a:ext cx="5444835" cy="387798"/>
          </a:xfrm>
        </p:spPr>
        <p:txBody>
          <a:bodyPr/>
          <a:lstStyle/>
          <a:p>
            <a:r>
              <a:rPr lang="zh-CN" altLang="en-US" dirty="0"/>
              <a:t>Template Placeholder 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110869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6789-437E-5111-BB30-D9C31FD6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2AEAF0E-7899-DEF9-7558-3BB28C590BFE}"/>
              </a:ext>
            </a:extLst>
          </p:cNvPr>
          <p:cNvSpPr txBox="1"/>
          <p:nvPr/>
        </p:nvSpPr>
        <p:spPr>
          <a:xfrm>
            <a:off x="911861" y="165100"/>
            <a:ext cx="1970411" cy="50276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ts val="133"/>
              </a:spcBef>
            </a:pPr>
            <a:r>
              <a:rPr lang="en-US" altLang="zh-CN" sz="2667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Template Placeholder Title S03</a:t>
            </a:r>
            <a:r>
              <a:rPr lang="zh-CN" altLang="en-US" sz="2667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template bullet placeholder 1</a:t>
            </a:r>
          </a:p>
        </p:txBody>
      </p:sp>
      <p:pic>
        <p:nvPicPr>
          <p:cNvPr id="2" name="Picture 6" descr="Log book with entry memorializing Grace Murray Hopper's discovery of a &quot;bug&quot; (moth) in the Harvard Mark II Aiken Relay Calculator (Computer)">
            <a:extLst>
              <a:ext uri="{FF2B5EF4-FFF2-40B4-BE49-F238E27FC236}">
                <a16:creationId xmlns:a16="http://schemas.microsoft.com/office/drawing/2014/main" id="{D9280AEC-0E77-3F5F-8D5B-B314B4935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501" y="1193818"/>
            <a:ext cx="7648574" cy="554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417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 advTm="11000"/>
    </mc:Choice>
    <mc:Fallback xmlns="">
      <p:transition spd="slow" advClick="0" advTm="11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349" name="Rectangle 5"/>
          <p:cNvSpPr>
            <a:spLocks noChangeArrowheads="1"/>
          </p:cNvSpPr>
          <p:nvPr/>
        </p:nvSpPr>
        <p:spPr bwMode="auto">
          <a:xfrm>
            <a:off x="911861" y="2099405"/>
            <a:ext cx="10283190" cy="265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880" dirty="0">
                <a:cs typeface="宋体" charset="0"/>
              </a:rPr>
              <a:t>Template Placeholder Title S04</a:t>
            </a:r>
            <a:r>
              <a:rPr lang="en-US" altLang="zh-CN" sz="2880" dirty="0">
                <a:cs typeface="宋体" charset="0"/>
              </a:rPr>
              <a:t>template bullet placeholder 1</a:t>
            </a:r>
            <a:r>
              <a:rPr lang="zh-CN" altLang="en-US" sz="2880" dirty="0">
                <a:cs typeface="宋体" charset="0"/>
              </a:rPr>
              <a:t>template bullet placeholder 2</a:t>
            </a:r>
            <a:r>
              <a:rPr lang="en-US" altLang="zh-CN" sz="2880" dirty="0">
                <a:cs typeface="宋体" charset="0"/>
              </a:rPr>
              <a:t>template bullet placeholder 3</a:t>
            </a:r>
            <a:r>
              <a:rPr lang="zh-CN" altLang="en-US" sz="2880" dirty="0">
                <a:cs typeface="宋体" charset="0"/>
              </a:rPr>
              <a:t>template bullet placeholder 3</a:t>
            </a:r>
            <a:r>
              <a:rPr lang="en-US" altLang="zh-CN" sz="2880" dirty="0">
                <a:cs typeface="宋体" charset="0"/>
              </a:rPr>
              <a:t>template bullet placeholder 3</a:t>
            </a:r>
            <a:r>
              <a:rPr lang="zh-CN" altLang="en-US" sz="2880" dirty="0">
                <a:cs typeface="宋体" charset="0"/>
              </a:rPr>
              <a:t>template bullet placeholder 3</a:t>
            </a:r>
            <a:r>
              <a:rPr lang="en-US" altLang="zh-CN" sz="2880" dirty="0">
                <a:cs typeface="宋体" charset="0"/>
              </a:rPr>
              <a:t>template bullet placeholder 3</a:t>
            </a:r>
            <a:r>
              <a:rPr lang="zh-CN" altLang="en-US" sz="2880" dirty="0">
                <a:cs typeface="宋体" charset="0"/>
              </a:rPr>
              <a:t>template bullet placeholder 3</a:t>
            </a:r>
            <a:r>
              <a:rPr lang="en-US" altLang="zh-CN" sz="2880" dirty="0">
                <a:cs typeface="宋体" charset="0"/>
              </a:rPr>
              <a:t>template bullet placeholder 3</a:t>
            </a:r>
            <a:r>
              <a:rPr lang="zh-CN" altLang="en-US" sz="2880" dirty="0">
                <a:cs typeface="宋体" charset="0"/>
              </a:rPr>
              <a:t>template bullet placeholder 3</a:t>
            </a:r>
            <a:r>
              <a:rPr lang="en-US" altLang="zh-CN" sz="2880" dirty="0">
                <a:cs typeface="宋体" charset="0"/>
              </a:rPr>
              <a:t>template bullet placeholder 3</a:t>
            </a:r>
            <a:r>
              <a:rPr lang="zh-CN" altLang="en-US" sz="2880" dirty="0">
                <a:cs typeface="宋体" charset="0"/>
              </a:rPr>
              <a:t>template bullet placeholder 3</a:t>
            </a:r>
            <a:r>
              <a:rPr lang="en-US" altLang="zh-CN" sz="2880" dirty="0">
                <a:cs typeface="宋体" charset="0"/>
              </a:rPr>
              <a:t>template bullet placeholder 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08CF4A-7C13-A4C6-668C-D3939DC3573B}"/>
              </a:ext>
            </a:extLst>
          </p:cNvPr>
          <p:cNvSpPr txBox="1"/>
          <p:nvPr/>
        </p:nvSpPr>
        <p:spPr>
          <a:xfrm>
            <a:off x="911861" y="165100"/>
            <a:ext cx="1891865" cy="50276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ts val="133"/>
              </a:spcBef>
            </a:pPr>
            <a:r>
              <a:rPr lang="zh-CN" altLang="en-US" sz="2667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template bullet placeholder 3</a:t>
            </a:r>
          </a:p>
        </p:txBody>
      </p:sp>
    </p:spTree>
    <p:extLst>
      <p:ext uri="{BB962C8B-B14F-4D97-AF65-F5344CB8AC3E}">
        <p14:creationId xmlns:p14="http://schemas.microsoft.com/office/powerpoint/2010/main" val="321866655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1F8E-C26E-B8BC-FC28-AA2FF729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52D8D36-AD2B-242F-D230-2636E5281B7C}"/>
              </a:ext>
            </a:extLst>
          </p:cNvPr>
          <p:cNvSpPr txBox="1"/>
          <p:nvPr/>
        </p:nvSpPr>
        <p:spPr>
          <a:xfrm>
            <a:off x="911861" y="165100"/>
            <a:ext cx="3257623" cy="50276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ts val="133"/>
              </a:spcBef>
            </a:pPr>
            <a:r>
              <a:rPr lang="zh-CN" altLang="en-US" sz="2667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Template Placeholder Title S05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0B11294-F912-017E-05DE-55F326BCD700}"/>
              </a:ext>
            </a:extLst>
          </p:cNvPr>
          <p:cNvSpPr txBox="1">
            <a:spLocks noChangeArrowheads="1"/>
          </p:cNvSpPr>
          <p:nvPr/>
        </p:nvSpPr>
        <p:spPr>
          <a:xfrm>
            <a:off x="2413530" y="1656095"/>
            <a:ext cx="6347868" cy="406775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zh-CN" altLang="en-US" sz="2600">
                <a:solidFill>
                  <a:srgbClr val="3366FF"/>
                </a:solidFill>
                <a:cs typeface="宋体" charset="0"/>
              </a:rPr>
              <a:t>template metric placeholder</a:t>
            </a:r>
            <a:r>
              <a:rPr lang="en-US" altLang="zh-CN" sz="2600">
                <a:solidFill>
                  <a:srgbClr val="3366FF"/>
                </a:solidFill>
                <a:cs typeface="宋体" charset="0"/>
              </a:rPr>
              <a:t>template trend placeholder</a:t>
            </a:r>
            <a:r>
              <a:rPr lang="zh-CN" altLang="en-US" sz="2600">
                <a:solidFill>
                  <a:srgbClr val="3366FF"/>
                </a:solidFill>
                <a:cs typeface="宋体" charset="0"/>
              </a:rPr>
              <a:t>template data note placeholder</a:t>
            </a:r>
            <a:r>
              <a:rPr lang="en-US" altLang="zh-CN" sz="2600" b="1">
                <a:solidFill>
                  <a:srgbClr val="3366FF"/>
                </a:solidFill>
                <a:cs typeface="宋体" charset="0"/>
              </a:rPr>
              <a:t>template data note placeholder</a:t>
            </a:r>
            <a:endParaRPr lang="zh-CN" altLang="en-US" sz="2600" b="1">
              <a:solidFill>
                <a:srgbClr val="3366FF"/>
              </a:solidFill>
              <a:cs typeface="宋体" charset="0"/>
            </a:endParaRPr>
          </a:p>
          <a:p>
            <a:pPr marL="0" indent="0">
              <a:lnSpc>
                <a:spcPct val="140000"/>
              </a:lnSpc>
              <a:spcBef>
                <a:spcPts val="100"/>
              </a:spcBef>
            </a:pPr>
            <a:r>
              <a:rPr lang="en-US" altLang="zh-CN" sz="2200">
                <a:latin typeface="楷体_GB2312" charset="0"/>
                <a:ea typeface="楷体_GB2312" charset="0"/>
                <a:cs typeface="楷体_GB2312" charset="0"/>
              </a:rPr>
              <a:t> </a:t>
            </a:r>
            <a:r>
              <a:rPr lang="en-US" altLang="zh-CN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zh-CN" altLang="en-US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en-US" altLang="zh-CN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zh-CN" altLang="en-US" sz="2200">
                <a:latin typeface="Arial"/>
                <a:ea typeface="楷体"/>
                <a:cs typeface="Arial"/>
              </a:rPr>
              <a:t>template data note placeholder</a:t>
            </a:r>
          </a:p>
          <a:p>
            <a:pPr marL="0" indent="0">
              <a:lnSpc>
                <a:spcPct val="140000"/>
              </a:lnSpc>
              <a:spcBef>
                <a:spcPts val="100"/>
              </a:spcBef>
            </a:pPr>
            <a:r>
              <a:rPr lang="en-US" altLang="zh-CN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zh-CN" altLang="en-US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en-US" altLang="zh-CN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zh-CN" altLang="en-US" sz="2200">
                <a:latin typeface="Arial"/>
                <a:ea typeface="楷体"/>
                <a:cs typeface="Arial"/>
              </a:rPr>
              <a:t>template data note placeholder</a:t>
            </a:r>
          </a:p>
          <a:p>
            <a:pPr marL="0" indent="0">
              <a:lnSpc>
                <a:spcPct val="140000"/>
              </a:lnSpc>
              <a:spcBef>
                <a:spcPts val="100"/>
              </a:spcBef>
            </a:pPr>
            <a:r>
              <a:rPr lang="en-US" altLang="zh-CN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zh-CN" altLang="en-US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en-US" altLang="zh-CN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zh-CN" altLang="en-US" sz="2200">
                <a:latin typeface="Arial"/>
                <a:ea typeface="楷体"/>
                <a:cs typeface="Arial"/>
              </a:rPr>
              <a:t>template data note placeholder</a:t>
            </a:r>
          </a:p>
          <a:p>
            <a:pPr marL="0" indent="0">
              <a:lnSpc>
                <a:spcPct val="140000"/>
              </a:lnSpc>
              <a:spcBef>
                <a:spcPts val="100"/>
              </a:spcBef>
            </a:pPr>
            <a:r>
              <a:rPr lang="en-US" altLang="zh-CN" sz="2200">
                <a:latin typeface="Arial"/>
                <a:ea typeface="楷体"/>
                <a:cs typeface="Arial"/>
              </a:rPr>
              <a:t>template data note placeholder</a:t>
            </a:r>
            <a:r>
              <a:rPr lang="zh-CN" altLang="en-US" sz="2200">
                <a:latin typeface="Arial"/>
                <a:ea typeface="楷体"/>
                <a:cs typeface="Arial"/>
              </a:rPr>
              <a:t>template data note placeholder</a:t>
            </a:r>
            <a:endParaRPr lang="zh-CN" altLang="en-US" sz="2200" dirty="0">
              <a:latin typeface="Arial"/>
              <a:ea typeface="楷体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063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Click="0" advTm="11000"/>
    </mc:Choice>
    <mc:Fallback xmlns="">
      <p:transition spd="slow" advClick="0" advTm="1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286000"/>
            <a:ext cx="12192000" cy="2803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2" rIns="85683" bIns="42842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125" b="1" dirty="0"/>
              <a:t>Template Placeholder Title S06</a:t>
            </a:r>
          </a:p>
          <a:p>
            <a:pPr algn="ctr">
              <a:lnSpc>
                <a:spcPct val="150000"/>
              </a:lnSpc>
            </a:pPr>
            <a:r>
              <a:rPr lang="zh-CN" altLang="en-US" sz="4125" b="1">
                <a:latin typeface="微软雅黑" panose="020B0503020204020204" pitchFamily="34" charset="-122"/>
                <a:ea typeface="微软雅黑" panose="020B0503020204020204" pitchFamily="34" charset="-122"/>
              </a:rPr>
              <a:t>Template Placeholder Thanks</a:t>
            </a:r>
            <a:r>
              <a:rPr lang="zh-CN" altLang="en-US" sz="412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Template Placeholder Contact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" name="Image Placeholder 1" descr="placeholder imag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78" b="36638"/>
          <a:stretch>
            <a:fillRect/>
          </a:stretch>
        </p:blipFill>
        <p:spPr>
          <a:xfrm>
            <a:off x="635" y="0"/>
            <a:ext cx="12192000" cy="2286000"/>
          </a:xfrm>
          <a:prstGeom prst="rect">
            <a:avLst/>
          </a:prstGeom>
        </p:spPr>
      </p:pic>
      <p:sp>
        <p:nvSpPr>
          <p:cNvPr id="2" name="object 9">
            <a:extLst>
              <a:ext uri="{FF2B5EF4-FFF2-40B4-BE49-F238E27FC236}">
                <a16:creationId xmlns:a16="http://schemas.microsoft.com/office/drawing/2014/main" id="{2EA3BFAF-BD7E-E7CE-CD03-0D3687990C75}"/>
              </a:ext>
            </a:extLst>
          </p:cNvPr>
          <p:cNvSpPr txBox="1"/>
          <p:nvPr/>
        </p:nvSpPr>
        <p:spPr>
          <a:xfrm>
            <a:off x="4410580" y="5276944"/>
            <a:ext cx="3370841" cy="908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en-US" sz="100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      </a:t>
            </a:r>
            <a:r>
              <a:rPr sz="100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zh-CN" altLang="en-US" sz="1000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en-US" altLang="zh-CN" sz="1000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 </a:t>
            </a:r>
            <a:r>
              <a:rPr lang="zh-CN" altLang="en-US" sz="1000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en-US" altLang="zh-CN" sz="1000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zh-CN" altLang="en-US" sz="1000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endParaRPr lang="en-US" sz="100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12700" marR="1132840">
              <a:lnSpc>
                <a:spcPct val="150000"/>
              </a:lnSpc>
              <a:spcBef>
                <a:spcPts val="25"/>
              </a:spcBef>
            </a:pPr>
            <a:r>
              <a:rPr sz="1000" dirty="0" err="1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zh-CN" altLang="en-US" sz="1000" spc="-1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en-US" altLang="zh-CN" sz="1000" spc="-1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endParaRPr lang="en-US" sz="1000" spc="-1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12700" marR="1132840">
              <a:lnSpc>
                <a:spcPct val="150000"/>
              </a:lnSpc>
              <a:spcBef>
                <a:spcPts val="25"/>
              </a:spcBef>
            </a:pPr>
            <a:r>
              <a:rPr sz="1000" dirty="0" err="1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zh-CN" altLang="en-US" sz="1000" spc="-1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sz="1000" spc="-1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en-US" sz="1000" spc="-1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</a:p>
          <a:p>
            <a:pPr marL="12700" marR="1132840">
              <a:lnSpc>
                <a:spcPct val="150000"/>
              </a:lnSpc>
              <a:spcBef>
                <a:spcPts val="25"/>
              </a:spcBef>
            </a:pPr>
            <a:r>
              <a:rPr lang="zh-CN" altLang="en-US" sz="1000" spc="-1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  <a:r>
              <a:rPr lang="en-US" altLang="zh-CN" sz="1000" spc="-1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Template Placeholder Contact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6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5540</Words>
  <Application>Microsoft Office PowerPoint</Application>
  <PresentationFormat>宽屏</PresentationFormat>
  <Paragraphs>563</Paragraphs>
  <Slides>51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3" baseType="lpstr">
      <vt:lpstr>等线</vt:lpstr>
      <vt:lpstr>等线 Light</vt:lpstr>
      <vt:lpstr>楷体</vt:lpstr>
      <vt:lpstr>楷体_GB2312</vt:lpstr>
      <vt:lpstr>宋体</vt:lpstr>
      <vt:lpstr>微软雅黑</vt:lpstr>
      <vt:lpstr>Arial</vt:lpstr>
      <vt:lpstr>Arial Black</vt:lpstr>
      <vt:lpstr>Times New Roman</vt:lpstr>
      <vt:lpstr>Verdana</vt:lpstr>
      <vt:lpstr>Wingdings</vt:lpstr>
      <vt:lpstr>Office 主题​​</vt:lpstr>
      <vt:lpstr>软件测试概述</vt:lpstr>
      <vt:lpstr>第一部分</vt:lpstr>
      <vt:lpstr>PowerPoint 演示文稿</vt:lpstr>
      <vt:lpstr>PowerPoint 演示文稿</vt:lpstr>
      <vt:lpstr>PowerPoint 演示文稿</vt:lpstr>
      <vt:lpstr>第二部分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第三部分</vt:lpstr>
      <vt:lpstr>PowerPoint 演示文稿</vt:lpstr>
      <vt:lpstr>PowerPoint 演示文稿</vt:lpstr>
      <vt:lpstr>PowerPoint 演示文稿</vt:lpstr>
      <vt:lpstr>第四部分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第五部分</vt:lpstr>
      <vt:lpstr>PowerPoint 演示文稿</vt:lpstr>
      <vt:lpstr>PowerPoint 演示文稿</vt:lpstr>
      <vt:lpstr>第六部分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第七部分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第八部分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磨 溪山</dc:creator>
  <cp:lastModifiedBy>lenovo</cp:lastModifiedBy>
  <cp:revision>220</cp:revision>
  <dcterms:created xsi:type="dcterms:W3CDTF">2021-12-28T08:40:59Z</dcterms:created>
  <dcterms:modified xsi:type="dcterms:W3CDTF">2025-09-15T10:52:34Z</dcterms:modified>
</cp:coreProperties>
</file>