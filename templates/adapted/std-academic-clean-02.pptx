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sldIdLst>
    <p:sldId id="256" r:id="rId22"/>
    <p:sldId id="257" r:id="rId23"/>
    <p:sldId id="258" r:id="rId24"/>
    <p:sldId id="259" r:id="rId25"/>
    <p:sldId id="260" r:id="rId2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4F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90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
  <Relationship Id="rId18" Type="http://schemas.openxmlformats.org/officeDocument/2006/relationships/presProps" Target="presProps.xml"/>
  <Relationship Id="rId21" Type="http://schemas.openxmlformats.org/officeDocument/2006/relationships/tableStyles" Target="tableStyles.xml"/>
  <Relationship Id="rId17" Type="http://schemas.openxmlformats.org/officeDocument/2006/relationships/notesMaster" Target="notesMasters/notesMaster1.xml"/>
  <Relationship Id="rId20" Type="http://schemas.openxmlformats.org/officeDocument/2006/relationships/theme" Target="theme/theme1.xml"/>
  <Relationship Id="rId1" Type="http://schemas.openxmlformats.org/officeDocument/2006/relationships/slideMaster" Target="slideMasters/slideMaster1.xml"/>
  <Relationship Id="rId19" Type="http://schemas.openxmlformats.org/officeDocument/2006/relationships/viewProps" Target="viewProps.xml"/>
  <Relationship Id="rId22" Type="http://schemas.openxmlformats.org/officeDocument/2006/relationships/slide" Target="slides/slide1.xml"/>
  <Relationship Id="rId23" Type="http://schemas.openxmlformats.org/officeDocument/2006/relationships/slide" Target="slides/slide2.xml"/>
  <Relationship Id="rId24" Type="http://schemas.openxmlformats.org/officeDocument/2006/relationships/slide" Target="slides/slide3.xml"/>
  <Relationship Id="rId25" Type="http://schemas.openxmlformats.org/officeDocument/2006/relationships/slide" Target="slides/slide4.xml"/>
  <Relationship Id="rId26" Type="http://schemas.openxmlformats.org/officeDocument/2006/relationships/slide" Target="slides/slide5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BD11E34-F1BC-42D5-9A77-099E5BE2FE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/>
            </a:lvl1pPr>
          </a:lstStyle>
          <a:p>
            <a:endParaRPr lang="en-US" altLang="zh-CN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835E001-5DC5-4D65-8F32-E0C803A4D0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CN"/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07979B31-2B27-4564-B906-1A2A5041E54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5B63BB2B-07BD-462D-94F4-9FC74BE5DA2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F2995367-A714-4660-8160-EB0E9DC7B26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/>
            </a:lvl1pPr>
          </a:lstStyle>
          <a:p>
            <a:endParaRPr lang="en-US" altLang="zh-CN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FCF584EC-C7CD-40F3-827B-E9AE45657E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80995AF8-3FAB-4B57-8C56-D51FE436F98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B4D134CF-06B2-4180-A295-DC03FCC0472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>
              <a:extLst>
                <a:ext uri="{FF2B5EF4-FFF2-40B4-BE49-F238E27FC236}">
                  <a16:creationId xmlns:a16="http://schemas.microsoft.com/office/drawing/2014/main" id="{ECC146CF-7870-4A77-9473-F54F5E7B1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124" name="Rectangle 4">
                <a:extLst>
                  <a:ext uri="{FF2B5EF4-FFF2-40B4-BE49-F238E27FC236}">
                    <a16:creationId xmlns:a16="http://schemas.microsoft.com/office/drawing/2014/main" id="{404BAAEC-FFA7-422E-95E0-4DEBFF2CE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5" name="Rectangle 5">
                <a:extLst>
                  <a:ext uri="{FF2B5EF4-FFF2-40B4-BE49-F238E27FC236}">
                    <a16:creationId xmlns:a16="http://schemas.microsoft.com/office/drawing/2014/main" id="{1CC008ED-4814-4340-BB4A-3DF3A4426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126" name="Group 6">
              <a:extLst>
                <a:ext uri="{FF2B5EF4-FFF2-40B4-BE49-F238E27FC236}">
                  <a16:creationId xmlns:a16="http://schemas.microsoft.com/office/drawing/2014/main" id="{4F661393-F7BA-49F5-A249-F25A54D772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127" name="Rectangle 7">
                <a:extLst>
                  <a:ext uri="{FF2B5EF4-FFF2-40B4-BE49-F238E27FC236}">
                    <a16:creationId xmlns:a16="http://schemas.microsoft.com/office/drawing/2014/main" id="{8B3EA7BB-6DA6-4084-B84B-178F889D0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8" name="Rectangle 8">
                <a:extLst>
                  <a:ext uri="{FF2B5EF4-FFF2-40B4-BE49-F238E27FC236}">
                    <a16:creationId xmlns:a16="http://schemas.microsoft.com/office/drawing/2014/main" id="{D266818B-DCFE-4891-BBCA-B818CF4E9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29" name="Rectangle 9">
              <a:extLst>
                <a:ext uri="{FF2B5EF4-FFF2-40B4-BE49-F238E27FC236}">
                  <a16:creationId xmlns:a16="http://schemas.microsoft.com/office/drawing/2014/main" id="{24DE3073-925A-4F80-B6BE-A5C311098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3D07922F-980D-4126-976B-34C52B424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C7F2892A-DEED-411D-9F46-5427046942D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32" name="Rectangle 12">
            <a:extLst>
              <a:ext uri="{FF2B5EF4-FFF2-40B4-BE49-F238E27FC236}">
                <a16:creationId xmlns:a16="http://schemas.microsoft.com/office/drawing/2014/main" id="{990972EF-ACB1-4215-A0A3-385FA329D9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0755226F-09CC-4426-8DF2-D2BD0DFA67F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3C1A6A04-30DA-4748-9763-7B3F0D450E1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B93DDA3B-01B8-450C-82FB-25DBE77DC0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2A334643-10D0-48B6-B562-53724172A29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978125-D580-4942-B3BE-98BA721590E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6D4DF-D5F9-42D7-B969-2205E1082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A3B29-7630-49D5-859F-17F40F7C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727D5-2000-4049-BFF0-34B5B572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6A783F-69CF-4A43-868A-E4D387F0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A39B15-96F3-435B-9A93-80A169B1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3A37A-415C-4694-B769-114221DF77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49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4925A-1E94-497F-AE2F-B143EC83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16BCA6-1378-4ED0-92CF-55326D760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425A4-24BA-43B1-86E4-ACAB4C344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F979F-7D95-483A-B740-EBD400DB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86521-3D59-401D-B399-C40EC31A1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D2D906-94CC-4971-BF8B-80FBB8AF25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2147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C782C-B2EC-46A0-96EC-8B49ADBF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62FE7-C914-4809-BDD9-07406595E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388" y="1052513"/>
            <a:ext cx="4316412" cy="5080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7F6E26-8D3C-420D-937D-E4D7ED8C5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316413" cy="5080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090297-55E2-4A67-AD30-63ED2C48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3B8DCC-B84B-4692-B2BB-7C98B7DC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337AC5-F44B-4BBF-A5D3-048C1ABD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B5CA01-DD1B-43A9-AAA0-F96CA205FE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276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064D6-FD3D-4F1F-A0F4-7D21E07DF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CFAD8B-4EFE-4CCD-BB7C-11989D96F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2E8DDE-6787-4AFB-B52C-D7CD9B93E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634878-EB88-4458-BB8D-B99A135BF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5AF60F-DF57-4370-BD9F-61FF4FED3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3867002-2B64-4817-8648-8C7EA4DE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747F0A-C5DE-49F0-9694-69534FC5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2D93F3-D8FD-4D15-B122-A594BC0A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623855-5A61-4F6A-9729-0220CE05BD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879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AA20E-2DAA-46DC-9E82-01ECE6AB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7C6C76-C71A-4A5B-9FB6-783E613D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7EB532-4110-4D87-BD1D-41E1793E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B065C8-49AE-42A8-8942-9BD93819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A6279-414D-4BB3-B0C9-9E65017C978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18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3440C7-6993-411D-ACDC-FC3AB884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752C59-1D59-4BC3-8329-3B6A31E4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BCA0A5-730A-47AE-82F8-AA33DA2B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E4A0C4-F8BC-4190-98B6-370EAF5A55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561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3D1250-6163-4D22-A870-5BA03A79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A2A0D-8C27-4037-A680-1C1D2BB5E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D32246-BBCB-435D-9A74-5736CAC03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BDCD40-79BC-42F0-B0A6-CD263477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946F73-9838-4B05-98EC-E7346FE8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05385B-CC71-4FEC-8D9E-AAAA9A24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08620A-D766-42C4-9B5B-BA67B8CC54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187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C60C0-90F9-4C77-BF60-59B916EC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8403C6-1A2C-40E0-8EBC-D4B711709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88491F-6865-4EF3-AA98-38BD89C49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49270B-CD40-4552-BD24-C601CE4B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A58F5D-E1A3-463A-B27E-CCF1A5CB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25313B-4A80-4A14-806F-AA00E5E4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9006B8-3931-420E-B79D-6DFE77258F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104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F82BC-C7DD-4983-AB78-DDA05B2E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E4CFC0-643B-4F65-B785-E2E16C307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EEF118-8143-4896-B581-5AA1EBD46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F7FFE5-7089-446D-91C9-522795D6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EFF592-80B0-4943-9E7D-067C4749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308ED6-BBBC-4AB2-B198-A352D8A739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1132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806C3C-A240-45C5-9617-BAE18D0CC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69100" y="104775"/>
            <a:ext cx="2195513" cy="60277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D7BBC3-640D-4E33-A3B6-ED271F9FA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9388" y="104775"/>
            <a:ext cx="6437312" cy="60277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7E26FA-7482-4A95-9FA8-4D5C588B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B0DEB0-3CA0-4E92-8F88-6B26C96E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87166-09B9-4FF9-8539-F1F25ECC5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088C75-1D53-48BF-930B-743FFE0EED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21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339B053-C619-4D7A-85B1-CFB3FFDF58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889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056642D-BC99-4460-A4A8-9E51FE6B36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889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2AB0A74-2739-42BD-8EBB-05DC1E1D7D8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111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42CDAE3-FA56-481D-BD92-BCE92F9B2B7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111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0380343-F6A6-4E6E-9A48-AF0727BD22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5381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6275A0D-1762-4447-8CD5-E7CC3EC42A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15888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43CA3BB4-0A8C-41DC-ABD5-C198AE1CC6A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8715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400">
              <a:latin typeface="Tahoma" panose="020B0604030504040204" pitchFamily="34" charset="0"/>
            </a:endParaRPr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55DBEF8B-7A89-47C8-82EA-F95A43351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104775"/>
            <a:ext cx="7793037" cy="55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8BB3CA95-9E09-46AE-8272-71BC36DBC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052513"/>
            <a:ext cx="8785225" cy="50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37309F3E-6C18-4BF5-9F3B-1B08DBA95E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B8D744E0-94B6-43C7-82AA-A1E21CEEBE6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5E4AF149-39C7-47A6-9250-E614202E1E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76693B5A-3F56-4A32-A731-9A2C72364CD5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4122" name="Group 26">
            <a:extLst>
              <a:ext uri="{FF2B5EF4-FFF2-40B4-BE49-F238E27FC236}">
                <a16:creationId xmlns:a16="http://schemas.microsoft.com/office/drawing/2014/main" id="{3B1F2D57-2308-4DB3-83B2-326A696A236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03350" y="6505575"/>
            <a:ext cx="1944688" cy="236538"/>
            <a:chOff x="839" y="4098"/>
            <a:chExt cx="1515" cy="194"/>
          </a:xfrm>
        </p:grpSpPr>
        <p:sp>
          <p:nvSpPr>
            <p:cNvPr id="4123" name="AutoShape 27">
              <a:hlinkClick r:id="" action="ppaction://hlinkshowjump?jump=nextslide" highlightClick="1"/>
              <a:extLst>
                <a:ext uri="{FF2B5EF4-FFF2-40B4-BE49-F238E27FC236}">
                  <a16:creationId xmlns:a16="http://schemas.microsoft.com/office/drawing/2014/main" id="{75A4E379-F8B1-4B4F-A292-F59837A30A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501" y="4098"/>
              <a:ext cx="190" cy="194"/>
            </a:xfrm>
            <a:prstGeom prst="actionButtonForwardNext">
              <a:avLst/>
            </a:prstGeom>
            <a:solidFill>
              <a:srgbClr val="A4FAB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AutoShape 28">
              <a:hlinkClick r:id="" action="ppaction://hlinkshowjump?jump=previousslide" highlightClick="1"/>
              <a:extLst>
                <a:ext uri="{FF2B5EF4-FFF2-40B4-BE49-F238E27FC236}">
                  <a16:creationId xmlns:a16="http://schemas.microsoft.com/office/drawing/2014/main" id="{DA9945A2-0AF7-458E-BEAF-F9EEBC25AB4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69" y="4098"/>
              <a:ext cx="190" cy="194"/>
            </a:xfrm>
            <a:prstGeom prst="actionButtonBackPrevious">
              <a:avLst/>
            </a:prstGeom>
            <a:solidFill>
              <a:srgbClr val="A4FAB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AutoShape 29">
              <a:hlinkClick r:id="" action="ppaction://hlinkshowjump?jump=lastslide" highlightClick="1"/>
              <a:extLst>
                <a:ext uri="{FF2B5EF4-FFF2-40B4-BE49-F238E27FC236}">
                  <a16:creationId xmlns:a16="http://schemas.microsoft.com/office/drawing/2014/main" id="{26833D94-10C2-4619-910D-E10633A7F0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823" y="4098"/>
              <a:ext cx="190" cy="194"/>
            </a:xfrm>
            <a:prstGeom prst="actionButtonEnd">
              <a:avLst/>
            </a:prstGeom>
            <a:solidFill>
              <a:srgbClr val="A4FAB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AutoShape 30">
              <a:hlinkClick r:id="" action="ppaction://hlinkshowjump?jump=firstslide" highlightClick="1"/>
              <a:extLst>
                <a:ext uri="{FF2B5EF4-FFF2-40B4-BE49-F238E27FC236}">
                  <a16:creationId xmlns:a16="http://schemas.microsoft.com/office/drawing/2014/main" id="{58A8658E-2A77-462D-B207-1FFCD81A2C3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39" y="4098"/>
              <a:ext cx="190" cy="194"/>
            </a:xfrm>
            <a:prstGeom prst="actionButtonHome">
              <a:avLst/>
            </a:prstGeom>
            <a:solidFill>
              <a:srgbClr val="A4FAB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27" name="Group 31">
              <a:extLst>
                <a:ext uri="{FF2B5EF4-FFF2-40B4-BE49-F238E27FC236}">
                  <a16:creationId xmlns:a16="http://schemas.microsoft.com/office/drawing/2014/main" id="{DCF4E424-2B17-42F0-88EA-E150A30546F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164" y="4098"/>
              <a:ext cx="190" cy="194"/>
              <a:chOff x="5184" y="3648"/>
              <a:chExt cx="240" cy="240"/>
            </a:xfrm>
          </p:grpSpPr>
          <p:sp>
            <p:nvSpPr>
              <p:cNvPr id="4128" name="AutoShape 32">
                <a:hlinkClick r:id="" action="ppaction://hlinkshowjump?jump=endshow" highlightClick="1"/>
                <a:extLst>
                  <a:ext uri="{FF2B5EF4-FFF2-40B4-BE49-F238E27FC236}">
                    <a16:creationId xmlns:a16="http://schemas.microsoft.com/office/drawing/2014/main" id="{A8E5C427-B62B-48BE-BDC1-F40C19059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648"/>
                <a:ext cx="240" cy="240"/>
              </a:xfrm>
              <a:prstGeom prst="actionButtonBlank">
                <a:avLst/>
              </a:prstGeom>
              <a:solidFill>
                <a:srgbClr val="A4FAB8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/>
              </a:p>
            </p:txBody>
          </p:sp>
          <p:sp>
            <p:nvSpPr>
              <p:cNvPr id="4129" name="AutoShape 33">
                <a:hlinkClick r:id="" action="ppaction://hlinkshowjump?jump=endshow"/>
                <a:extLst>
                  <a:ext uri="{FF2B5EF4-FFF2-40B4-BE49-F238E27FC236}">
                    <a16:creationId xmlns:a16="http://schemas.microsoft.com/office/drawing/2014/main" id="{96562FFF-0525-4476-AE65-90BDD110D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8" y="3703"/>
                <a:ext cx="111" cy="130"/>
              </a:xfrm>
              <a:custGeom>
                <a:avLst/>
                <a:gdLst>
                  <a:gd name="G0" fmla="+- 15126 0 0"/>
                  <a:gd name="G1" fmla="+- 2912 0 0"/>
                  <a:gd name="G2" fmla="+- 12158 0 2912"/>
                  <a:gd name="G3" fmla="+- G2 0 2912"/>
                  <a:gd name="G4" fmla="*/ G3 32768 32059"/>
                  <a:gd name="G5" fmla="*/ G4 1 2"/>
                  <a:gd name="G6" fmla="+- 21600 0 15126"/>
                  <a:gd name="G7" fmla="*/ G6 2912 6079"/>
                  <a:gd name="G8" fmla="+- G7 15126 0"/>
                  <a:gd name="T0" fmla="*/ 15126 w 21600"/>
                  <a:gd name="T1" fmla="*/ 0 h 21600"/>
                  <a:gd name="T2" fmla="*/ 15126 w 21600"/>
                  <a:gd name="T3" fmla="*/ 12158 h 21600"/>
                  <a:gd name="T4" fmla="*/ 3237 w 21600"/>
                  <a:gd name="T5" fmla="*/ 21600 h 21600"/>
                  <a:gd name="T6" fmla="*/ 21600 w 21600"/>
                  <a:gd name="T7" fmla="*/ 6079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27 w 21600"/>
                  <a:gd name="T13" fmla="*/ G1 h 21600"/>
                  <a:gd name="T14" fmla="*/ G8 w 21600"/>
                  <a:gd name="T15" fmla="*/ G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A4FAB8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楷体_GB2312" panose="02010609030101010101" pitchFamily="49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>
            <a:extLst>
              <a:ext uri="{FF2B5EF4-FFF2-40B4-BE49-F238E27FC236}">
                <a16:creationId xmlns:a16="http://schemas.microsoft.com/office/drawing/2014/main" id="{0268ECA9-BCEB-47AD-85F8-E20E6EBBCF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C547DEDF-79AC-41E2-A284-6B92B7449E5E}" type="slidenum">
              <a:rPr lang="en-US" altLang="zh-CN"/>
              <a:pPr/>
              <a:t>Template Placeholder Title S01</a:t>
            </a:fld>
            <a:endParaRPr lang="en-US" altLang="zh-CN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8648B4FB-8A4C-414D-BC3B-DD5DCB02B13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r>
              <a:rPr kumimoji="1" lang="zh-CN" altLang="en-US" sz="4800" b="1">
                <a:solidFill>
                  <a:schemeClr val="tx1"/>
                </a:solidFill>
              </a:rPr>
              <a:t>Template Placeholder Cover Subtitle</a:t>
            </a:r>
            <a:endParaRPr kumimoji="1" lang="zh-CN" altLang="en-US" sz="4800">
              <a:solidFill>
                <a:schemeClr val="tx1"/>
              </a:solidFill>
            </a:endParaRPr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38EBAE95-369A-4C4F-956F-741BD2244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789363"/>
            <a:ext cx="5832475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kumimoji="0" lang="zh-CN" altLang="zh-CN" sz="4000" b="1">
                <a:solidFill>
                  <a:schemeClr val="tx1"/>
                </a:solidFill>
                <a:latin typeface="黑体" panose="02010609060101010101" pitchFamily="49" charset="-122"/>
              </a:rPr>
              <a:t>Template Placeholder Author</a:t>
            </a:r>
            <a:r>
              <a:rPr kumimoji="0" lang="zh-CN" altLang="en-US" sz="4000" b="1">
                <a:solidFill>
                  <a:schemeClr val="tx1"/>
                </a:solidFill>
                <a:latin typeface="黑体" panose="02010609060101010101" pitchFamily="49" charset="-122"/>
              </a:rPr>
              <a:t>Template Placeholder 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9EC9E38-1413-4CE6-9CA3-20D06D0C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CA9-8F66-4887-8AC0-9C858C163A57}" type="slidenum">
              <a:rPr lang="en-US" altLang="zh-CN"/>
              <a:pPr/>
              <a:t>Template Placeholder Title S02</a:t>
            </a:fld>
            <a:endParaRPr lang="en-US" altLang="zh-CN"/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1A1C4816-6F4B-4D29-848F-8FDE4F8EC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260350"/>
            <a:ext cx="57610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zh-CN" altLang="en-US" sz="3600" b="1">
                <a:ea typeface="黑体" panose="02010609060101010101" pitchFamily="49" charset="-122"/>
              </a:rPr>
              <a:t>template bullet placeholder 1</a:t>
            </a:r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8DDAFC3F-2221-4792-B1EB-9B827B7F9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205038"/>
            <a:ext cx="71628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60000"/>
              </a:spcBef>
            </a:pPr>
            <a:r>
              <a:rPr lang="en-US" altLang="zh-CN" sz="2800" b="1">
                <a:latin typeface="黑体" panose="02010609060101010101" pitchFamily="49" charset="-122"/>
                <a:ea typeface="楷体_GB2312" panose="02010609030101010101" pitchFamily="49" charset="-122"/>
              </a:rPr>
              <a:t>    </a:t>
            </a:r>
            <a:r>
              <a:rPr lang="zh-CN" altLang="en-US" sz="2800" b="1">
                <a:latin typeface="黑体" panose="02010609060101010101" pitchFamily="49" charset="-122"/>
                <a:ea typeface="楷体_GB2312" panose="02010609030101010101" pitchFamily="49" charset="-122"/>
              </a:rPr>
              <a:t>template bullet placeholder 3</a:t>
            </a:r>
            <a:endParaRPr lang="zh-CN" altLang="en-US" sz="2800" b="1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9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085DF553-A014-461E-8852-FD78FA57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A66B0-CFD3-44B8-8701-0923214F323A}" type="slidenum">
              <a:rPr lang="en-US" altLang="zh-CN"/>
              <a:pPr/>
              <a:t>Template Placeholder Title S03</a:t>
            </a:fld>
            <a:endParaRPr lang="en-US" altLang="zh-CN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1B308FF7-37EE-499E-BFEB-25D645EC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7793038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sz="3600" b="1">
                <a:solidFill>
                  <a:schemeClr val="tx1"/>
                </a:solidFill>
              </a:rPr>
              <a:t>template bullet placeholder 1</a:t>
            </a:r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B69F0B96-F408-43D3-B9A3-3C58CC9E3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557338"/>
            <a:ext cx="7162800" cy="36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60000"/>
              </a:spcBef>
            </a:pPr>
            <a:r>
              <a:rPr lang="en-US" altLang="zh-CN" sz="2800" b="1">
                <a:latin typeface="Tahoma" panose="020B0604030504040204" pitchFamily="34" charset="0"/>
                <a:ea typeface="楷体_GB2312" panose="02010609030101010101" pitchFamily="49" charset="-122"/>
              </a:rPr>
              <a:t>       </a:t>
            </a: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template bullet placeholder 3</a:t>
            </a: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template bullet placeholder 3</a:t>
            </a: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</a:p>
          <a:p>
            <a:pPr algn="l">
              <a:lnSpc>
                <a:spcPct val="120000"/>
              </a:lnSpc>
              <a:spcBef>
                <a:spcPct val="60000"/>
              </a:spcBef>
            </a:pP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      </a:t>
            </a:r>
            <a:r>
              <a:rPr lang="zh-CN" altLang="en-US" sz="2800" b="1"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</a:p>
          <a:p>
            <a:pPr algn="l">
              <a:lnSpc>
                <a:spcPct val="120000"/>
              </a:lnSpc>
              <a:spcBef>
                <a:spcPct val="60000"/>
              </a:spcBef>
            </a:pP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    </a:t>
            </a:r>
            <a:r>
              <a:rPr lang="zh-CN" altLang="en-US" sz="2800" b="1"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424F59D-DC26-48ED-8FA5-54C64BF68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3477F-0940-42C1-BE90-AEF98E24C622}" type="slidenum">
              <a:rPr lang="en-US" altLang="zh-CN"/>
              <a:pPr/>
              <a:t>Template Placeholder Title S04</a:t>
            </a:fld>
            <a:endParaRPr lang="en-US" altLang="zh-CN"/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908A5F88-8662-4981-B2B7-2A9D00A98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7793037" cy="550863"/>
          </a:xfrm>
        </p:spPr>
        <p:txBody>
          <a:bodyPr/>
          <a:lstStyle/>
          <a:p>
            <a:r>
              <a:rPr lang="zh-CN" altLang="en-US" sz="3600" b="1">
                <a:solidFill>
                  <a:schemeClr val="tx1"/>
                </a:solidFill>
                <a:latin typeface="Arial" panose="020B0604020202020204" pitchFamily="34" charset="0"/>
              </a:rPr>
              <a:t>template bullet placeholder 1</a:t>
            </a:r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AB68E6CF-391D-4FA3-8306-8F364B1EB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700213"/>
            <a:ext cx="7200900" cy="333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</a:pP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2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 i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</a:p>
          <a:p>
            <a:pPr algn="l">
              <a:spcBef>
                <a:spcPct val="30000"/>
              </a:spcBef>
            </a:pP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   </a:t>
            </a:r>
            <a:r>
              <a:rPr lang="en-US" altLang="zh-CN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solidFill>
                  <a:srgbClr val="0000FF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</a:p>
          <a:p>
            <a:pPr algn="l">
              <a:spcBef>
                <a:spcPct val="30000"/>
              </a:spcBef>
            </a:pPr>
            <a:r>
              <a:rPr lang="zh-CN" altLang="en-US" sz="28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0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0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0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2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CCAAD92-016F-4D66-A6F3-B06881B9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2839C-2322-4BD6-B2F1-EE8545D8EA7B}" type="slidenum">
              <a:rPr lang="en-US" altLang="zh-CN"/>
              <a:pPr/>
              <a:t>Template Placeholder Title S05</a:t>
            </a:fld>
            <a:endParaRPr lang="en-US" altLang="zh-CN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CC694E17-1D08-45F5-BF7C-994569D21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333375"/>
            <a:ext cx="7793037" cy="550863"/>
          </a:xfrm>
        </p:spPr>
        <p:txBody>
          <a:bodyPr/>
          <a:lstStyle/>
          <a:p>
            <a:r>
              <a:rPr lang="zh-CN" altLang="en-US" sz="3600" b="1">
                <a:solidFill>
                  <a:schemeClr val="tx1"/>
                </a:solidFill>
              </a:rPr>
              <a:t>template bullet placeholder 1</a:t>
            </a:r>
          </a:p>
        </p:txBody>
      </p:sp>
      <p:sp>
        <p:nvSpPr>
          <p:cNvPr id="71694" name="Rectangle 14">
            <a:extLst>
              <a:ext uri="{FF2B5EF4-FFF2-40B4-BE49-F238E27FC236}">
                <a16:creationId xmlns:a16="http://schemas.microsoft.com/office/drawing/2014/main" id="{B1736CDA-C8CF-460A-B3A8-D1FF322CE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341438"/>
            <a:ext cx="8135937" cy="349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758825" indent="-758825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143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335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240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30000"/>
              </a:spcBef>
              <a:buClr>
                <a:schemeClr val="hlink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template bullet placeholder 2</a:t>
            </a:r>
            <a:r>
              <a:rPr lang="zh-CN" altLang="en-US" sz="2400" b="1">
                <a:latin typeface="Tahoma" panose="020B0604030504040204" pitchFamily="34" charset="0"/>
                <a:ea typeface="黑体" panose="02010609060101010101" pitchFamily="49" charset="-122"/>
              </a:rPr>
              <a:t>template bullet placeholder 3</a:t>
            </a:r>
            <a:r>
              <a:rPr lang="zh-CN" altLang="en-US" sz="24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400" b="1">
                <a:latin typeface="Tahoma" panose="020B0604030504040204" pitchFamily="34" charset="0"/>
              </a:rPr>
              <a:t>template bullet placeholder 3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chemeClr val="hlink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template bullet placeholder 3</a:t>
            </a:r>
            <a:r>
              <a:rPr lang="zh-CN" altLang="en-US" sz="2400" b="1">
                <a:latin typeface="Tahoma" panose="020B0604030504040204" pitchFamily="34" charset="0"/>
                <a:ea typeface="黑体" panose="02010609060101010101" pitchFamily="49" charset="-122"/>
              </a:rPr>
              <a:t>template bullet placeholder 3</a:t>
            </a:r>
            <a:r>
              <a:rPr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chemeClr val="hlink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template bullet placeholder 3</a:t>
            </a:r>
            <a:r>
              <a:rPr lang="zh-CN" altLang="en-US" sz="2400" b="1">
                <a:latin typeface="Tahoma" panose="020B0604030504040204" pitchFamily="34" charset="0"/>
              </a:rPr>
              <a:t>template bullet placeholder 3</a:t>
            </a:r>
            <a:r>
              <a:rPr lang="zh-CN" altLang="en-US" sz="2400" b="1">
                <a:latin typeface="楷体_GB2312" panose="02010609030101010101" pitchFamily="49" charset="-122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400" b="1">
                <a:latin typeface="Tahoma" panose="020B0604030504040204" pitchFamily="34" charset="0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400" b="1">
                <a:latin typeface="Tahoma" panose="020B0604030504040204" pitchFamily="34" charset="0"/>
              </a:rPr>
              <a:t>template bullet placeholder 3</a:t>
            </a:r>
          </a:p>
          <a:p>
            <a:pPr>
              <a:lnSpc>
                <a:spcPct val="105000"/>
              </a:lnSpc>
              <a:spcBef>
                <a:spcPct val="30000"/>
              </a:spcBef>
              <a:buClr>
                <a:schemeClr val="hlink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楷体_GB2312" panose="02010609030101010101" pitchFamily="49" charset="-122"/>
              </a:rPr>
              <a:t>template bullet placeholder 3</a:t>
            </a:r>
            <a:r>
              <a:rPr lang="en-US" altLang="zh-CN" sz="2400" b="1">
                <a:latin typeface="Times New Roman" panose="02020603050405020304" pitchFamily="18" charset="0"/>
                <a:ea typeface="楷体_GB2312" panose="02010609030101010101" pitchFamily="49" charset="-122"/>
              </a:rPr>
              <a:t>template bullet placeholder 3</a:t>
            </a:r>
            <a:r>
              <a:rPr lang="zh-CN" altLang="en-US" sz="2400" b="1">
                <a:latin typeface="Times New Roman" panose="02020603050405020304" pitchFamily="18" charset="0"/>
                <a:ea typeface="楷体_GB2312" panose="02010609030101010101" pitchFamily="49" charset="-122"/>
              </a:rPr>
              <a:t>template bullet placeholder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1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1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16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4" grpId="0" build="p" autoUpdateAnimBg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ahoma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149</TotalTime>
  <Words>1257</Words>
  <Application>Microsoft Office PowerPoint</Application>
  <PresentationFormat>全屏显示(4:3)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Tahoma</vt:lpstr>
      <vt:lpstr>黑体</vt:lpstr>
      <vt:lpstr>Wingdings</vt:lpstr>
      <vt:lpstr>楷体_GB2312</vt:lpstr>
      <vt:lpstr>Times New Roman</vt:lpstr>
      <vt:lpstr>华文中宋</vt:lpstr>
      <vt:lpstr>Arial Black</vt:lpstr>
      <vt:lpstr>Blends</vt:lpstr>
      <vt:lpstr>软件工程概论</vt:lpstr>
      <vt:lpstr>PowerPoint 演示文稿</vt:lpstr>
      <vt:lpstr>PowerPoint 演示文稿</vt:lpstr>
      <vt:lpstr>可行性研究的任务</vt:lpstr>
      <vt:lpstr>可行性研究的内容</vt:lpstr>
      <vt:lpstr>可行性研究的结论</vt:lpstr>
      <vt:lpstr>可行性研究的步骤（1）</vt:lpstr>
      <vt:lpstr>可行性研究的步骤（2）</vt:lpstr>
      <vt:lpstr>系统分析工具--系统流程图</vt:lpstr>
      <vt:lpstr>系统流程图常用符号</vt:lpstr>
      <vt:lpstr>系统流程图实例</vt:lpstr>
      <vt:lpstr>成本/效益分析</vt:lpstr>
      <vt:lpstr>成本估计</vt:lpstr>
      <vt:lpstr>经济效益还应考虑的因素</vt:lpstr>
      <vt:lpstr>成本/效益分析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23</cp:lastModifiedBy>
  <cp:revision>14</cp:revision>
  <dcterms:created xsi:type="dcterms:W3CDTF">2010-08-08T06:31:18Z</dcterms:created>
  <dcterms:modified xsi:type="dcterms:W3CDTF">2026-04-12T09:41:31Z</dcterms:modified>
</cp:coreProperties>
</file>