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1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pos="584" userDrawn="1">
          <p15:clr>
            <a:srgbClr val="A4A3A4"/>
          </p15:clr>
        </p15:guide>
        <p15:guide id="5" pos="7027" userDrawn="1">
          <p15:clr>
            <a:srgbClr val="A4A3A4"/>
          </p15:clr>
        </p15:guide>
        <p15:guide id="6" pos="7146" userDrawn="1">
          <p15:clr>
            <a:srgbClr val="A4A3A4"/>
          </p15:clr>
        </p15:guide>
        <p15:guide id="7" orient="horz" pos="3976" userDrawn="1">
          <p15:clr>
            <a:srgbClr val="A4A3A4"/>
          </p15:clr>
        </p15:guide>
        <p15:guide id="8" orient="horz" pos="3766" userDrawn="1">
          <p15:clr>
            <a:srgbClr val="A4A3A4"/>
          </p15:clr>
        </p15:guide>
        <p15:guide id="9" orient="horz" pos="336" userDrawn="1">
          <p15:clr>
            <a:srgbClr val="A4A3A4"/>
          </p15:clr>
        </p15:guide>
        <p15:guide id="10" orient="horz" pos="944" userDrawn="1">
          <p15:clr>
            <a:srgbClr val="A4A3A4"/>
          </p15:clr>
        </p15:guide>
        <p15:guide id="11" pos="39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一飞" initials="一飞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710"/>
    <a:srgbClr val="F4BD0B"/>
    <a:srgbClr val="DA353D"/>
    <a:srgbClr val="D9343D"/>
    <a:srgbClr val="D70711"/>
    <a:srgbClr val="E40813"/>
    <a:srgbClr val="FDFDFD"/>
    <a:srgbClr val="EC9414"/>
    <a:srgbClr val="F1DC1B"/>
    <a:srgbClr val="C90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01" autoAdjust="0"/>
    <p:restoredTop sz="93494" autoAdjust="0"/>
  </p:normalViewPr>
  <p:slideViewPr>
    <p:cSldViewPr snapToGrid="0">
      <p:cViewPr varScale="1">
        <p:scale>
          <a:sx n="95" d="100"/>
          <a:sy n="95" d="100"/>
        </p:scale>
        <p:origin x="102" y="66"/>
      </p:cViewPr>
      <p:guideLst>
        <p:guide orient="horz" pos="2160"/>
        <p:guide pos="3831"/>
        <p:guide pos="665"/>
        <p:guide pos="584"/>
        <p:guide pos="7027"/>
        <p:guide pos="7146"/>
        <p:guide orient="horz" pos="3976"/>
        <p:guide orient="horz" pos="3766"/>
        <p:guide orient="horz" pos="336"/>
        <p:guide orient="horz" pos="944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71E5C-A8E9-4586-86D3-7444FD99E81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7A701-1A56-40D7-A5A0-9016B14EE1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D0AB8-341E-46D0-B384-DEE42B9FE01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7A701-1A56-40D7-A5A0-9016B14EE14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2790-65A5-4E32-964B-3F24F0ED2FB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461E-B6EB-4BDA-80FC-665EEE7B8F7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>
            <a:alphaModFix amt="9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230465" y="6311900"/>
            <a:ext cx="3882645" cy="308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精勤求学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|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敦笃励志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|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果毅力行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|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忠恕任事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1200" dirty="0">
              <a:solidFill>
                <a:schemeClr val="tx1">
                  <a:lumMod val="85000"/>
                  <a:lumOff val="15000"/>
                  <a:alpha val="56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76" b="45030"/>
          <a:stretch>
            <a:fillRect/>
          </a:stretch>
        </p:blipFill>
        <p:spPr>
          <a:xfrm>
            <a:off x="0" y="1"/>
            <a:ext cx="12192000" cy="549275"/>
          </a:xfrm>
          <a:custGeom>
            <a:avLst/>
            <a:gdLst>
              <a:gd name="connsiteX0" fmla="*/ 0 w 12192000"/>
              <a:gd name="connsiteY0" fmla="*/ 0 h 549275"/>
              <a:gd name="connsiteX1" fmla="*/ 12192000 w 12192000"/>
              <a:gd name="connsiteY1" fmla="*/ 0 h 549275"/>
              <a:gd name="connsiteX2" fmla="*/ 12192000 w 12192000"/>
              <a:gd name="connsiteY2" fmla="*/ 549275 h 549275"/>
              <a:gd name="connsiteX3" fmla="*/ 0 w 12192000"/>
              <a:gd name="connsiteY3" fmla="*/ 549275 h 54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49275">
                <a:moveTo>
                  <a:pt x="0" y="0"/>
                </a:moveTo>
                <a:lnTo>
                  <a:pt x="12192000" y="0"/>
                </a:lnTo>
                <a:lnTo>
                  <a:pt x="12192000" y="549275"/>
                </a:lnTo>
                <a:lnTo>
                  <a:pt x="0" y="549275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12192000" cy="549275"/>
          </a:xfrm>
          <a:custGeom>
            <a:avLst/>
            <a:gdLst>
              <a:gd name="connsiteX0" fmla="*/ 0 w 12192000"/>
              <a:gd name="connsiteY0" fmla="*/ 0 h 549275"/>
              <a:gd name="connsiteX1" fmla="*/ 12192000 w 12192000"/>
              <a:gd name="connsiteY1" fmla="*/ 0 h 549275"/>
              <a:gd name="connsiteX2" fmla="*/ 12192000 w 12192000"/>
              <a:gd name="connsiteY2" fmla="*/ 549275 h 549275"/>
              <a:gd name="connsiteX3" fmla="*/ 0 w 12192000"/>
              <a:gd name="connsiteY3" fmla="*/ 549275 h 54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49275">
                <a:moveTo>
                  <a:pt x="0" y="0"/>
                </a:moveTo>
                <a:lnTo>
                  <a:pt x="12192000" y="0"/>
                </a:lnTo>
                <a:lnTo>
                  <a:pt x="12192000" y="549275"/>
                </a:lnTo>
                <a:lnTo>
                  <a:pt x="0" y="549275"/>
                </a:lnTo>
                <a:close/>
              </a:path>
            </a:pathLst>
          </a:custGeom>
          <a:solidFill>
            <a:srgbClr val="D7071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173" y="69656"/>
            <a:ext cx="1607790" cy="41846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11141765" y="6308726"/>
            <a:ext cx="819772" cy="312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   页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1200" dirty="0">
              <a:solidFill>
                <a:schemeClr val="tx1">
                  <a:lumMod val="85000"/>
                  <a:lumOff val="15000"/>
                  <a:alpha val="56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271" b="99728" l="0" r="98981">
                        <a14:foregroundMark x1="28981" y1="15350" x2="67963" y2="22252"/>
                        <a14:foregroundMark x1="4815" y1="36603" x2="6481" y2="57493"/>
                        <a14:foregroundMark x1="2407" y1="42961" x2="0" y2="55041"/>
                        <a14:foregroundMark x1="1064" y1="61060" x2="1204" y2="61853"/>
                        <a14:foregroundMark x1="0" y1="55041" x2="891" y2="60082"/>
                        <a14:foregroundMark x1="21852" y1="70027" x2="87407" y2="64850"/>
                        <a14:foregroundMark x1="21667" y1="62125" x2="72778" y2="60854"/>
                        <a14:foregroundMark x1="32778" y1="58946" x2="78889" y2="55949"/>
                        <a14:foregroundMark x1="29167" y1="64305" x2="65278" y2="66485"/>
                        <a14:foregroundMark x1="71204" y1="65486" x2="71204" y2="75023"/>
                        <a14:foregroundMark x1="77685" y1="69664" x2="67963" y2="77384"/>
                        <a14:foregroundMark x1="68148" y1="90372" x2="46759" y2="95913"/>
                        <a14:foregroundMark x1="46759" y1="95913" x2="34074" y2="95550"/>
                        <a14:foregroundMark x1="66296" y1="95550" x2="63056" y2="97275"/>
                        <a14:foregroundMark x1="40741" y1="97729" x2="44630" y2="99909"/>
                        <a14:foregroundMark x1="20833" y1="59128" x2="62130" y2="54950"/>
                        <a14:foregroundMark x1="62130" y1="54950" x2="65463" y2="54950"/>
                        <a14:foregroundMark x1="90833" y1="53134" x2="88333" y2="65123"/>
                        <a14:foregroundMark x1="88333" y1="65123" x2="92037" y2="68029"/>
                        <a14:foregroundMark x1="94537" y1="50136" x2="62685" y2="19619"/>
                        <a14:foregroundMark x1="62685" y1="19619" x2="40278" y2="9628"/>
                        <a14:foregroundMark x1="11517" y1="7795" x2="7500" y2="7539"/>
                        <a14:foregroundMark x1="40278" y1="9628" x2="16503" y2="8113"/>
                        <a14:foregroundMark x1="6852" y1="5540" x2="7870" y2="4360"/>
                        <a14:foregroundMark x1="27130" y1="4541" x2="61296" y2="2361"/>
                        <a14:foregroundMark x1="61296" y1="2361" x2="61667" y2="2361"/>
                        <a14:foregroundMark x1="95741" y1="44777" x2="98981" y2="49773"/>
                        <a14:backgroundMark x1="14537" y1="6721" x2="13333" y2="9537"/>
                        <a14:backgroundMark x1="185" y1="59946" x2="0" y2="60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7" y="69656"/>
            <a:ext cx="410484" cy="4184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08957" y="557893"/>
            <a:ext cx="2857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思源黑体 Bold" panose="020B0800000000000000" pitchFamily="34" charset="-122"/>
                <a:ea typeface="思源黑体 Bold" panose="020B0800000000000000" pitchFamily="34" charset="-122"/>
              </a:rPr>
              <a:t>Template Placeholder Title S01</a:t>
            </a:r>
          </a:p>
        </p:txBody>
      </p:sp>
      <p:sp>
        <p:nvSpPr>
          <p:cNvPr id="4" name="公众号：陈西设计之家。微信搜索即可"/>
          <p:cNvSpPr txBox="1"/>
          <p:nvPr/>
        </p:nvSpPr>
        <p:spPr>
          <a:xfrm>
            <a:off x="1013096" y="1513489"/>
            <a:ext cx="2024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latin typeface="思源黑体 Bold" panose="020B0800000000000000" pitchFamily="34" charset="-122"/>
                <a:ea typeface="思源黑体 Bold" panose="020B0800000000000000" pitchFamily="34" charset="-122"/>
              </a:rPr>
              <a:t>Template Placeholder Agenda 1</a:t>
            </a:r>
            <a:endParaRPr lang="zh-CN" altLang="en-US" dirty="0"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30300" y="2100944"/>
            <a:ext cx="9924143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公众号：陈西设计之家。微信搜索即可"/>
          <p:cNvSpPr/>
          <p:nvPr/>
        </p:nvSpPr>
        <p:spPr>
          <a:xfrm>
            <a:off x="1130300" y="1938270"/>
            <a:ext cx="723900" cy="17457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799727" y="3094264"/>
            <a:ext cx="669471" cy="66947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07362" y="3978186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Placeholder Agenda 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743121" y="3167389"/>
            <a:ext cx="78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Template Placeholder Agenda 3</a:t>
            </a:r>
            <a:endParaRPr lang="zh-CN" altLang="en-US" sz="2800" dirty="0">
              <a:solidFill>
                <a:schemeClr val="bg1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8957" y="4508498"/>
            <a:ext cx="2451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+mn-ea"/>
              </a:rPr>
              <a:t>Template Placeholder Agenda 3</a:t>
            </a:r>
          </a:p>
        </p:txBody>
      </p:sp>
      <p:sp>
        <p:nvSpPr>
          <p:cNvPr id="13" name="矩形 12"/>
          <p:cNvSpPr/>
          <p:nvPr/>
        </p:nvSpPr>
        <p:spPr>
          <a:xfrm>
            <a:off x="4445364" y="3094264"/>
            <a:ext cx="669471" cy="66947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852999" y="3978186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Placeholder Agenda 3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388758" y="3167389"/>
            <a:ext cx="78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Template Placeholder Agenda 3</a:t>
            </a:r>
            <a:endParaRPr lang="zh-CN" altLang="en-US" sz="2800" dirty="0">
              <a:solidFill>
                <a:schemeClr val="bg1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54594" y="4508498"/>
            <a:ext cx="2451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+mn-ea"/>
              </a:rPr>
              <a:t>Template Placeholder Agenda 3</a:t>
            </a:r>
          </a:p>
        </p:txBody>
      </p:sp>
      <p:sp>
        <p:nvSpPr>
          <p:cNvPr id="17" name="矩形 16"/>
          <p:cNvSpPr/>
          <p:nvPr/>
        </p:nvSpPr>
        <p:spPr>
          <a:xfrm>
            <a:off x="7101300" y="3094264"/>
            <a:ext cx="669471" cy="66947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508935" y="3978186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Placeholder Agenda 3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044694" y="3167389"/>
            <a:ext cx="78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Template Placeholder Agenda 3</a:t>
            </a:r>
            <a:endParaRPr lang="zh-CN" altLang="en-US" sz="2800" dirty="0">
              <a:solidFill>
                <a:schemeClr val="bg1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10530" y="4508498"/>
            <a:ext cx="2451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+mn-ea"/>
              </a:rPr>
              <a:t>Template Placeholder Agenda 3</a:t>
            </a:r>
          </a:p>
        </p:txBody>
      </p:sp>
      <p:sp>
        <p:nvSpPr>
          <p:cNvPr id="21" name="矩形 20"/>
          <p:cNvSpPr/>
          <p:nvPr/>
        </p:nvSpPr>
        <p:spPr>
          <a:xfrm>
            <a:off x="9792608" y="3094264"/>
            <a:ext cx="669471" cy="66947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200243" y="3978186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Placeholder Agenda 3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736002" y="3167389"/>
            <a:ext cx="78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Template Placeholder Agenda 3</a:t>
            </a:r>
            <a:endParaRPr lang="zh-CN" altLang="en-US" sz="2800" dirty="0">
              <a:solidFill>
                <a:schemeClr val="bg1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01838" y="4508498"/>
            <a:ext cx="2451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+mn-ea"/>
              </a:rPr>
              <a:t>Template Placeholder Agenda 3</a:t>
            </a:r>
          </a:p>
        </p:txBody>
      </p:sp>
      <p:pic>
        <p:nvPicPr>
          <p:cNvPr id="26" name="Image Placeholder 1" descr="placeholder image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2271" b="99728" l="0" r="98981">
                        <a14:foregroundMark x1="28981" y1="15350" x2="67963" y2="22252"/>
                        <a14:foregroundMark x1="4815" y1="36603" x2="6481" y2="57493"/>
                        <a14:foregroundMark x1="2407" y1="42961" x2="0" y2="55041"/>
                        <a14:foregroundMark x1="1064" y1="61060" x2="1204" y2="61853"/>
                        <a14:foregroundMark x1="0" y1="55041" x2="891" y2="60082"/>
                        <a14:foregroundMark x1="21852" y1="70027" x2="87407" y2="64850"/>
                        <a14:foregroundMark x1="21667" y1="62125" x2="72778" y2="60854"/>
                        <a14:foregroundMark x1="32778" y1="58946" x2="78889" y2="55949"/>
                        <a14:foregroundMark x1="29167" y1="64305" x2="65278" y2="66485"/>
                        <a14:foregroundMark x1="71204" y1="65486" x2="71204" y2="75023"/>
                        <a14:foregroundMark x1="77685" y1="69664" x2="67963" y2="77384"/>
                        <a14:foregroundMark x1="68148" y1="90372" x2="46759" y2="95913"/>
                        <a14:foregroundMark x1="46759" y1="95913" x2="34074" y2="95550"/>
                        <a14:foregroundMark x1="66296" y1="95550" x2="63056" y2="97275"/>
                        <a14:foregroundMark x1="40741" y1="97729" x2="44630" y2="99909"/>
                        <a14:foregroundMark x1="20833" y1="59128" x2="62130" y2="54950"/>
                        <a14:foregroundMark x1="62130" y1="54950" x2="65463" y2="54950"/>
                        <a14:foregroundMark x1="90833" y1="53134" x2="88333" y2="65123"/>
                        <a14:foregroundMark x1="88333" y1="65123" x2="92037" y2="68029"/>
                        <a14:foregroundMark x1="94537" y1="50136" x2="62685" y2="19619"/>
                        <a14:foregroundMark x1="62685" y1="19619" x2="40278" y2="9628"/>
                        <a14:foregroundMark x1="11517" y1="7795" x2="7500" y2="7539"/>
                        <a14:foregroundMark x1="40278" y1="9628" x2="16503" y2="8113"/>
                        <a14:foregroundMark x1="6852" y1="5540" x2="7870" y2="4360"/>
                        <a14:foregroundMark x1="27130" y1="4541" x2="61296" y2="2361"/>
                        <a14:foregroundMark x1="61296" y1="2361" x2="61667" y2="2361"/>
                        <a14:foregroundMark x1="95741" y1="44777" x2="98981" y2="49773"/>
                        <a14:backgroundMark x1="14537" y1="6721" x2="13333" y2="9537"/>
                        <a14:backgroundMark x1="185" y1="59946" x2="0" y2="60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608" y="740474"/>
            <a:ext cx="1254735" cy="1279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Placeholder 1" descr="placeholder 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D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9" name="Image Placeholder 2" descr="placeholder 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90" b="4247"/>
          <a:stretch>
            <a:fillRect/>
          </a:stretch>
        </p:blipFill>
        <p:spPr>
          <a:xfrm>
            <a:off x="0" y="0"/>
            <a:ext cx="12192000" cy="3746146"/>
          </a:xfrm>
          <a:custGeom>
            <a:avLst/>
            <a:gdLst>
              <a:gd name="connsiteX0" fmla="*/ 0 w 12192000"/>
              <a:gd name="connsiteY0" fmla="*/ 0 h 3746146"/>
              <a:gd name="connsiteX1" fmla="*/ 12192000 w 12192000"/>
              <a:gd name="connsiteY1" fmla="*/ 0 h 3746146"/>
              <a:gd name="connsiteX2" fmla="*/ 12192000 w 12192000"/>
              <a:gd name="connsiteY2" fmla="*/ 1792747 h 3746146"/>
              <a:gd name="connsiteX3" fmla="*/ 12087350 w 12192000"/>
              <a:gd name="connsiteY3" fmla="*/ 1901416 h 3746146"/>
              <a:gd name="connsiteX4" fmla="*/ 11970287 w 12192000"/>
              <a:gd name="connsiteY4" fmla="*/ 2014638 h 3746146"/>
              <a:gd name="connsiteX5" fmla="*/ 11838273 w 12192000"/>
              <a:gd name="connsiteY5" fmla="*/ 2123950 h 3746146"/>
              <a:gd name="connsiteX6" fmla="*/ 11705482 w 12192000"/>
              <a:gd name="connsiteY6" fmla="*/ 2230385 h 3746146"/>
              <a:gd name="connsiteX7" fmla="*/ 11480007 w 12192000"/>
              <a:gd name="connsiteY7" fmla="*/ 2392015 h 3746146"/>
              <a:gd name="connsiteX8" fmla="*/ 6453125 w 12192000"/>
              <a:gd name="connsiteY8" fmla="*/ 3741707 h 3746146"/>
              <a:gd name="connsiteX9" fmla="*/ 6106565 w 12192000"/>
              <a:gd name="connsiteY9" fmla="*/ 3746146 h 3746146"/>
              <a:gd name="connsiteX10" fmla="*/ 6106410 w 12192000"/>
              <a:gd name="connsiteY10" fmla="*/ 3746146 h 3746146"/>
              <a:gd name="connsiteX11" fmla="*/ 5759849 w 12192000"/>
              <a:gd name="connsiteY11" fmla="*/ 3741707 h 3746146"/>
              <a:gd name="connsiteX12" fmla="*/ 34658 w 12192000"/>
              <a:gd name="connsiteY12" fmla="*/ 1813435 h 3746146"/>
              <a:gd name="connsiteX13" fmla="*/ 0 w 12192000"/>
              <a:gd name="connsiteY13" fmla="*/ 1774605 h 374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746146">
                <a:moveTo>
                  <a:pt x="0" y="0"/>
                </a:moveTo>
                <a:lnTo>
                  <a:pt x="12192000" y="0"/>
                </a:lnTo>
                <a:lnTo>
                  <a:pt x="12192000" y="1792747"/>
                </a:lnTo>
                <a:lnTo>
                  <a:pt x="12087350" y="1901416"/>
                </a:lnTo>
                <a:lnTo>
                  <a:pt x="11970287" y="2014638"/>
                </a:lnTo>
                <a:lnTo>
                  <a:pt x="11838273" y="2123950"/>
                </a:lnTo>
                <a:lnTo>
                  <a:pt x="11705482" y="2230385"/>
                </a:lnTo>
                <a:lnTo>
                  <a:pt x="11480007" y="2392015"/>
                </a:lnTo>
                <a:cubicBezTo>
                  <a:pt x="10315292" y="3171097"/>
                  <a:pt x="8505372" y="3689016"/>
                  <a:pt x="6453125" y="3741707"/>
                </a:cubicBezTo>
                <a:lnTo>
                  <a:pt x="6106565" y="3746146"/>
                </a:lnTo>
                <a:lnTo>
                  <a:pt x="6106410" y="3746146"/>
                </a:lnTo>
                <a:lnTo>
                  <a:pt x="5759849" y="3741707"/>
                </a:lnTo>
                <a:cubicBezTo>
                  <a:pt x="3234007" y="3676856"/>
                  <a:pt x="1075239" y="2907282"/>
                  <a:pt x="34658" y="1813435"/>
                </a:cubicBezTo>
                <a:lnTo>
                  <a:pt x="0" y="1774605"/>
                </a:lnTo>
                <a:close/>
              </a:path>
            </a:pathLst>
          </a:custGeom>
        </p:spPr>
      </p:pic>
      <p:sp>
        <p:nvSpPr>
          <p:cNvPr id="108" name="任意多边形: 形状 107"/>
          <p:cNvSpPr/>
          <p:nvPr/>
        </p:nvSpPr>
        <p:spPr>
          <a:xfrm>
            <a:off x="0" y="0"/>
            <a:ext cx="12192000" cy="3746146"/>
          </a:xfrm>
          <a:custGeom>
            <a:avLst/>
            <a:gdLst>
              <a:gd name="connsiteX0" fmla="*/ 0 w 12192000"/>
              <a:gd name="connsiteY0" fmla="*/ 0 h 3746146"/>
              <a:gd name="connsiteX1" fmla="*/ 12192000 w 12192000"/>
              <a:gd name="connsiteY1" fmla="*/ 0 h 3746146"/>
              <a:gd name="connsiteX2" fmla="*/ 12192000 w 12192000"/>
              <a:gd name="connsiteY2" fmla="*/ 1798104 h 3746146"/>
              <a:gd name="connsiteX3" fmla="*/ 12178316 w 12192000"/>
              <a:gd name="connsiteY3" fmla="*/ 1813435 h 3746146"/>
              <a:gd name="connsiteX4" fmla="*/ 6453125 w 12192000"/>
              <a:gd name="connsiteY4" fmla="*/ 3741707 h 3746146"/>
              <a:gd name="connsiteX5" fmla="*/ 6106565 w 12192000"/>
              <a:gd name="connsiteY5" fmla="*/ 3746146 h 3746146"/>
              <a:gd name="connsiteX6" fmla="*/ 6106409 w 12192000"/>
              <a:gd name="connsiteY6" fmla="*/ 3746146 h 3746146"/>
              <a:gd name="connsiteX7" fmla="*/ 5759849 w 12192000"/>
              <a:gd name="connsiteY7" fmla="*/ 3741707 h 3746146"/>
              <a:gd name="connsiteX8" fmla="*/ 34658 w 12192000"/>
              <a:gd name="connsiteY8" fmla="*/ 1813435 h 3746146"/>
              <a:gd name="connsiteX9" fmla="*/ 0 w 12192000"/>
              <a:gd name="connsiteY9" fmla="*/ 1774605 h 374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746146">
                <a:moveTo>
                  <a:pt x="0" y="0"/>
                </a:moveTo>
                <a:lnTo>
                  <a:pt x="12192000" y="0"/>
                </a:lnTo>
                <a:lnTo>
                  <a:pt x="12192000" y="1798104"/>
                </a:lnTo>
                <a:lnTo>
                  <a:pt x="12178316" y="1813435"/>
                </a:lnTo>
                <a:cubicBezTo>
                  <a:pt x="11137735" y="2907282"/>
                  <a:pt x="8978967" y="3676856"/>
                  <a:pt x="6453125" y="3741707"/>
                </a:cubicBezTo>
                <a:lnTo>
                  <a:pt x="6106565" y="3746146"/>
                </a:lnTo>
                <a:lnTo>
                  <a:pt x="6106409" y="3746146"/>
                </a:lnTo>
                <a:lnTo>
                  <a:pt x="5759849" y="3741707"/>
                </a:lnTo>
                <a:cubicBezTo>
                  <a:pt x="3234007" y="3676856"/>
                  <a:pt x="1075239" y="2907282"/>
                  <a:pt x="34658" y="1813435"/>
                </a:cubicBezTo>
                <a:lnTo>
                  <a:pt x="0" y="1774605"/>
                </a:lnTo>
                <a:close/>
              </a:path>
            </a:pathLst>
          </a:custGeom>
          <a:solidFill>
            <a:srgbClr val="D7071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883344" y="5372136"/>
            <a:ext cx="10425313" cy="0"/>
          </a:xfrm>
          <a:prstGeom prst="line">
            <a:avLst/>
          </a:prstGeom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36000"/>
                  </a:schemeClr>
                </a:gs>
                <a:gs pos="59000">
                  <a:srgbClr val="FF0000"/>
                </a:gs>
                <a:gs pos="38000">
                  <a:srgbClr val="FF0000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733267" y="4381639"/>
            <a:ext cx="872546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400" b="1" spc="300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Placeholder Title S02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507135" y="5628182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bullet placeholder 1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bullet placeholder 2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87821" y="5628182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image caption placeholder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template image caption placeholder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image caption placeholder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image caption placeholder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image caption placeholder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image caption placeholder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template image caption placeholder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733267" y="4943355"/>
            <a:ext cx="8725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image caption placeholder</a:t>
            </a:r>
            <a:r>
              <a:rPr lang="en-US" altLang="zh-CN" sz="1200" dirty="0" err="1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image caption placeholder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image caption placeholder</a:t>
            </a:r>
            <a:endParaRPr lang="zh-CN" altLang="en-US" sz="1200" dirty="0">
              <a:solidFill>
                <a:schemeClr val="bg1">
                  <a:lumMod val="75000"/>
                  <a:alpha val="96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iconfont-11910-5478353"/>
          <p:cNvSpPr/>
          <p:nvPr/>
        </p:nvSpPr>
        <p:spPr>
          <a:xfrm>
            <a:off x="6549910" y="5624193"/>
            <a:ext cx="370832" cy="322819"/>
          </a:xfrm>
          <a:custGeom>
            <a:avLst/>
            <a:gdLst>
              <a:gd name="T0" fmla="*/ 8052 w 11204"/>
              <a:gd name="T1" fmla="*/ 701 h 10433"/>
              <a:gd name="T2" fmla="*/ 7702 w 11204"/>
              <a:gd name="T3" fmla="*/ 6 h 10433"/>
              <a:gd name="T4" fmla="*/ 7352 w 11204"/>
              <a:gd name="T5" fmla="*/ 701 h 10433"/>
              <a:gd name="T6" fmla="*/ 3854 w 11204"/>
              <a:gd name="T7" fmla="*/ 353 h 10433"/>
              <a:gd name="T8" fmla="*/ 3504 w 11204"/>
              <a:gd name="T9" fmla="*/ 6 h 10433"/>
              <a:gd name="T10" fmla="*/ 3154 w 11204"/>
              <a:gd name="T11" fmla="*/ 353 h 10433"/>
              <a:gd name="T12" fmla="*/ 1755 w 11204"/>
              <a:gd name="T13" fmla="*/ 701 h 10433"/>
              <a:gd name="T14" fmla="*/ 5 w 11204"/>
              <a:gd name="T15" fmla="*/ 2438 h 10433"/>
              <a:gd name="T16" fmla="*/ 513 w 11204"/>
              <a:gd name="T17" fmla="*/ 9925 h 10433"/>
              <a:gd name="T18" fmla="*/ 9450 w 11204"/>
              <a:gd name="T19" fmla="*/ 10428 h 10433"/>
              <a:gd name="T20" fmla="*/ 11200 w 11204"/>
              <a:gd name="T21" fmla="*/ 8691 h 10433"/>
              <a:gd name="T22" fmla="*/ 10693 w 11204"/>
              <a:gd name="T23" fmla="*/ 1205 h 10433"/>
              <a:gd name="T24" fmla="*/ 707 w 11204"/>
              <a:gd name="T25" fmla="*/ 2438 h 10433"/>
              <a:gd name="T26" fmla="*/ 3155 w 11204"/>
              <a:gd name="T27" fmla="*/ 1396 h 10433"/>
              <a:gd name="T28" fmla="*/ 3252 w 11204"/>
              <a:gd name="T29" fmla="*/ 1996 h 10433"/>
              <a:gd name="T30" fmla="*/ 3759 w 11204"/>
              <a:gd name="T31" fmla="*/ 1996 h 10433"/>
              <a:gd name="T32" fmla="*/ 3855 w 11204"/>
              <a:gd name="T33" fmla="*/ 1396 h 10433"/>
              <a:gd name="T34" fmla="*/ 7353 w 11204"/>
              <a:gd name="T35" fmla="*/ 1743 h 10433"/>
              <a:gd name="T36" fmla="*/ 7950 w 11204"/>
              <a:gd name="T37" fmla="*/ 1990 h 10433"/>
              <a:gd name="T38" fmla="*/ 8053 w 11204"/>
              <a:gd name="T39" fmla="*/ 1396 h 10433"/>
              <a:gd name="T40" fmla="*/ 10500 w 11204"/>
              <a:gd name="T41" fmla="*/ 2438 h 10433"/>
              <a:gd name="T42" fmla="*/ 707 w 11204"/>
              <a:gd name="T43" fmla="*/ 3480 h 10433"/>
              <a:gd name="T44" fmla="*/ 10499 w 11204"/>
              <a:gd name="T45" fmla="*/ 8691 h 10433"/>
              <a:gd name="T46" fmla="*/ 1757 w 11204"/>
              <a:gd name="T47" fmla="*/ 9733 h 10433"/>
              <a:gd name="T48" fmla="*/ 707 w 11204"/>
              <a:gd name="T49" fmla="*/ 4175 h 10433"/>
              <a:gd name="T50" fmla="*/ 10499 w 11204"/>
              <a:gd name="T51" fmla="*/ 8691 h 10433"/>
              <a:gd name="T52" fmla="*/ 2504 w 11204"/>
              <a:gd name="T53" fmla="*/ 8691 h 10433"/>
              <a:gd name="T54" fmla="*/ 3202 w 11204"/>
              <a:gd name="T55" fmla="*/ 7996 h 10433"/>
              <a:gd name="T56" fmla="*/ 2502 w 11204"/>
              <a:gd name="T57" fmla="*/ 7301 h 10433"/>
              <a:gd name="T58" fmla="*/ 1802 w 11204"/>
              <a:gd name="T59" fmla="*/ 7996 h 10433"/>
              <a:gd name="T60" fmla="*/ 2504 w 11204"/>
              <a:gd name="T61" fmla="*/ 8691 h 10433"/>
              <a:gd name="T62" fmla="*/ 2991 w 11204"/>
              <a:gd name="T63" fmla="*/ 6398 h 10433"/>
              <a:gd name="T64" fmla="*/ 2991 w 11204"/>
              <a:gd name="T65" fmla="*/ 5426 h 10433"/>
              <a:gd name="T66" fmla="*/ 2012 w 11204"/>
              <a:gd name="T67" fmla="*/ 5426 h 10433"/>
              <a:gd name="T68" fmla="*/ 2012 w 11204"/>
              <a:gd name="T69" fmla="*/ 6398 h 10433"/>
              <a:gd name="T70" fmla="*/ 5646 w 11204"/>
              <a:gd name="T71" fmla="*/ 8691 h 10433"/>
              <a:gd name="T72" fmla="*/ 6136 w 11204"/>
              <a:gd name="T73" fmla="*/ 7510 h 10433"/>
              <a:gd name="T74" fmla="*/ 5156 w 11204"/>
              <a:gd name="T75" fmla="*/ 7510 h 10433"/>
              <a:gd name="T76" fmla="*/ 5156 w 11204"/>
              <a:gd name="T77" fmla="*/ 8482 h 10433"/>
              <a:gd name="T78" fmla="*/ 5646 w 11204"/>
              <a:gd name="T79" fmla="*/ 6606 h 10433"/>
              <a:gd name="T80" fmla="*/ 6139 w 11204"/>
              <a:gd name="T81" fmla="*/ 5426 h 10433"/>
              <a:gd name="T82" fmla="*/ 5159 w 11204"/>
              <a:gd name="T83" fmla="*/ 5426 h 10433"/>
              <a:gd name="T84" fmla="*/ 5154 w 11204"/>
              <a:gd name="T85" fmla="*/ 6398 h 10433"/>
              <a:gd name="T86" fmla="*/ 8630 w 11204"/>
              <a:gd name="T87" fmla="*/ 8691 h 10433"/>
              <a:gd name="T88" fmla="*/ 9330 w 11204"/>
              <a:gd name="T89" fmla="*/ 7996 h 10433"/>
              <a:gd name="T90" fmla="*/ 8630 w 11204"/>
              <a:gd name="T91" fmla="*/ 7301 h 10433"/>
              <a:gd name="T92" fmla="*/ 7930 w 11204"/>
              <a:gd name="T93" fmla="*/ 7996 h 10433"/>
              <a:gd name="T94" fmla="*/ 8630 w 11204"/>
              <a:gd name="T95" fmla="*/ 8691 h 10433"/>
              <a:gd name="T96" fmla="*/ 9329 w 11204"/>
              <a:gd name="T97" fmla="*/ 5912 h 10433"/>
              <a:gd name="T98" fmla="*/ 8629 w 11204"/>
              <a:gd name="T99" fmla="*/ 5217 h 10433"/>
              <a:gd name="T100" fmla="*/ 7929 w 11204"/>
              <a:gd name="T101" fmla="*/ 5912 h 10433"/>
              <a:gd name="T102" fmla="*/ 8630 w 11204"/>
              <a:gd name="T103" fmla="*/ 6606 h 10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04" h="10433">
                <a:moveTo>
                  <a:pt x="9450" y="701"/>
                </a:moveTo>
                <a:lnTo>
                  <a:pt x="8052" y="701"/>
                </a:lnTo>
                <a:lnTo>
                  <a:pt x="8052" y="353"/>
                </a:lnTo>
                <a:cubicBezTo>
                  <a:pt x="8052" y="161"/>
                  <a:pt x="7895" y="6"/>
                  <a:pt x="7702" y="6"/>
                </a:cubicBezTo>
                <a:cubicBezTo>
                  <a:pt x="7509" y="6"/>
                  <a:pt x="7353" y="161"/>
                  <a:pt x="7352" y="353"/>
                </a:cubicBezTo>
                <a:lnTo>
                  <a:pt x="7352" y="701"/>
                </a:lnTo>
                <a:lnTo>
                  <a:pt x="3854" y="701"/>
                </a:lnTo>
                <a:lnTo>
                  <a:pt x="3854" y="353"/>
                </a:lnTo>
                <a:cubicBezTo>
                  <a:pt x="3860" y="260"/>
                  <a:pt x="3825" y="167"/>
                  <a:pt x="3758" y="101"/>
                </a:cubicBezTo>
                <a:cubicBezTo>
                  <a:pt x="3690" y="35"/>
                  <a:pt x="3598" y="0"/>
                  <a:pt x="3504" y="6"/>
                </a:cubicBezTo>
                <a:cubicBezTo>
                  <a:pt x="3410" y="0"/>
                  <a:pt x="3318" y="35"/>
                  <a:pt x="3250" y="101"/>
                </a:cubicBezTo>
                <a:cubicBezTo>
                  <a:pt x="3184" y="167"/>
                  <a:pt x="3149" y="260"/>
                  <a:pt x="3154" y="353"/>
                </a:cubicBezTo>
                <a:lnTo>
                  <a:pt x="3154" y="701"/>
                </a:lnTo>
                <a:lnTo>
                  <a:pt x="1755" y="701"/>
                </a:lnTo>
                <a:cubicBezTo>
                  <a:pt x="1290" y="696"/>
                  <a:pt x="843" y="877"/>
                  <a:pt x="513" y="1205"/>
                </a:cubicBezTo>
                <a:cubicBezTo>
                  <a:pt x="184" y="1531"/>
                  <a:pt x="2" y="1975"/>
                  <a:pt x="5" y="2438"/>
                </a:cubicBezTo>
                <a:lnTo>
                  <a:pt x="5" y="8691"/>
                </a:lnTo>
                <a:cubicBezTo>
                  <a:pt x="0" y="9153"/>
                  <a:pt x="184" y="9598"/>
                  <a:pt x="513" y="9925"/>
                </a:cubicBezTo>
                <a:cubicBezTo>
                  <a:pt x="843" y="10252"/>
                  <a:pt x="1290" y="10433"/>
                  <a:pt x="1755" y="10428"/>
                </a:cubicBezTo>
                <a:lnTo>
                  <a:pt x="9450" y="10428"/>
                </a:lnTo>
                <a:cubicBezTo>
                  <a:pt x="9915" y="10433"/>
                  <a:pt x="10363" y="10252"/>
                  <a:pt x="10693" y="9925"/>
                </a:cubicBezTo>
                <a:cubicBezTo>
                  <a:pt x="11022" y="9598"/>
                  <a:pt x="11204" y="9155"/>
                  <a:pt x="11200" y="8691"/>
                </a:cubicBezTo>
                <a:lnTo>
                  <a:pt x="11200" y="2438"/>
                </a:lnTo>
                <a:cubicBezTo>
                  <a:pt x="11204" y="1976"/>
                  <a:pt x="11022" y="1531"/>
                  <a:pt x="10693" y="1205"/>
                </a:cubicBezTo>
                <a:cubicBezTo>
                  <a:pt x="10362" y="878"/>
                  <a:pt x="9915" y="697"/>
                  <a:pt x="9450" y="701"/>
                </a:cubicBezTo>
                <a:close/>
                <a:moveTo>
                  <a:pt x="707" y="2438"/>
                </a:moveTo>
                <a:cubicBezTo>
                  <a:pt x="720" y="1868"/>
                  <a:pt x="1183" y="1410"/>
                  <a:pt x="1757" y="1396"/>
                </a:cubicBezTo>
                <a:lnTo>
                  <a:pt x="3155" y="1396"/>
                </a:lnTo>
                <a:lnTo>
                  <a:pt x="3155" y="1743"/>
                </a:lnTo>
                <a:cubicBezTo>
                  <a:pt x="3149" y="1837"/>
                  <a:pt x="3184" y="1930"/>
                  <a:pt x="3252" y="1996"/>
                </a:cubicBezTo>
                <a:cubicBezTo>
                  <a:pt x="3319" y="2062"/>
                  <a:pt x="3410" y="2097"/>
                  <a:pt x="3505" y="2091"/>
                </a:cubicBezTo>
                <a:cubicBezTo>
                  <a:pt x="3599" y="2097"/>
                  <a:pt x="3692" y="2062"/>
                  <a:pt x="3759" y="1996"/>
                </a:cubicBezTo>
                <a:cubicBezTo>
                  <a:pt x="3827" y="1930"/>
                  <a:pt x="3862" y="1837"/>
                  <a:pt x="3855" y="1743"/>
                </a:cubicBezTo>
                <a:lnTo>
                  <a:pt x="3855" y="1396"/>
                </a:lnTo>
                <a:lnTo>
                  <a:pt x="7353" y="1396"/>
                </a:lnTo>
                <a:lnTo>
                  <a:pt x="7353" y="1743"/>
                </a:lnTo>
                <a:cubicBezTo>
                  <a:pt x="7353" y="1936"/>
                  <a:pt x="7509" y="2091"/>
                  <a:pt x="7703" y="2091"/>
                </a:cubicBezTo>
                <a:cubicBezTo>
                  <a:pt x="7795" y="2091"/>
                  <a:pt x="7884" y="2055"/>
                  <a:pt x="7950" y="1990"/>
                </a:cubicBezTo>
                <a:cubicBezTo>
                  <a:pt x="8015" y="1925"/>
                  <a:pt x="8053" y="1836"/>
                  <a:pt x="8053" y="1743"/>
                </a:cubicBezTo>
                <a:lnTo>
                  <a:pt x="8053" y="1396"/>
                </a:lnTo>
                <a:lnTo>
                  <a:pt x="9452" y="1396"/>
                </a:lnTo>
                <a:cubicBezTo>
                  <a:pt x="10025" y="1410"/>
                  <a:pt x="10486" y="1868"/>
                  <a:pt x="10500" y="2438"/>
                </a:cubicBezTo>
                <a:lnTo>
                  <a:pt x="10500" y="3480"/>
                </a:lnTo>
                <a:lnTo>
                  <a:pt x="707" y="3480"/>
                </a:lnTo>
                <a:lnTo>
                  <a:pt x="707" y="2438"/>
                </a:lnTo>
                <a:close/>
                <a:moveTo>
                  <a:pt x="10499" y="8691"/>
                </a:moveTo>
                <a:cubicBezTo>
                  <a:pt x="10485" y="9261"/>
                  <a:pt x="10023" y="9718"/>
                  <a:pt x="9450" y="9733"/>
                </a:cubicBezTo>
                <a:lnTo>
                  <a:pt x="1757" y="9733"/>
                </a:lnTo>
                <a:cubicBezTo>
                  <a:pt x="1183" y="9720"/>
                  <a:pt x="720" y="9261"/>
                  <a:pt x="707" y="8691"/>
                </a:cubicBezTo>
                <a:lnTo>
                  <a:pt x="707" y="4175"/>
                </a:lnTo>
                <a:lnTo>
                  <a:pt x="10500" y="4175"/>
                </a:lnTo>
                <a:lnTo>
                  <a:pt x="10499" y="8691"/>
                </a:lnTo>
                <a:close/>
                <a:moveTo>
                  <a:pt x="10499" y="8691"/>
                </a:moveTo>
                <a:close/>
                <a:moveTo>
                  <a:pt x="2504" y="8691"/>
                </a:moveTo>
                <a:cubicBezTo>
                  <a:pt x="2689" y="8696"/>
                  <a:pt x="2868" y="8620"/>
                  <a:pt x="2991" y="8482"/>
                </a:cubicBezTo>
                <a:cubicBezTo>
                  <a:pt x="3125" y="8356"/>
                  <a:pt x="3202" y="8179"/>
                  <a:pt x="3202" y="7996"/>
                </a:cubicBezTo>
                <a:cubicBezTo>
                  <a:pt x="3202" y="7812"/>
                  <a:pt x="3125" y="7636"/>
                  <a:pt x="2991" y="7510"/>
                </a:cubicBezTo>
                <a:cubicBezTo>
                  <a:pt x="2864" y="7376"/>
                  <a:pt x="2687" y="7301"/>
                  <a:pt x="2502" y="7301"/>
                </a:cubicBezTo>
                <a:cubicBezTo>
                  <a:pt x="2316" y="7301"/>
                  <a:pt x="2140" y="7376"/>
                  <a:pt x="2012" y="7510"/>
                </a:cubicBezTo>
                <a:cubicBezTo>
                  <a:pt x="1878" y="7636"/>
                  <a:pt x="1802" y="7812"/>
                  <a:pt x="1802" y="7996"/>
                </a:cubicBezTo>
                <a:cubicBezTo>
                  <a:pt x="1802" y="8179"/>
                  <a:pt x="1878" y="8356"/>
                  <a:pt x="2012" y="8482"/>
                </a:cubicBezTo>
                <a:cubicBezTo>
                  <a:pt x="2137" y="8621"/>
                  <a:pt x="2317" y="8697"/>
                  <a:pt x="2504" y="8691"/>
                </a:cubicBezTo>
                <a:close/>
                <a:moveTo>
                  <a:pt x="2504" y="6606"/>
                </a:moveTo>
                <a:cubicBezTo>
                  <a:pt x="2689" y="6611"/>
                  <a:pt x="2868" y="6535"/>
                  <a:pt x="2991" y="6398"/>
                </a:cubicBezTo>
                <a:cubicBezTo>
                  <a:pt x="3118" y="6267"/>
                  <a:pt x="3193" y="6095"/>
                  <a:pt x="3202" y="5912"/>
                </a:cubicBezTo>
                <a:cubicBezTo>
                  <a:pt x="3194" y="5730"/>
                  <a:pt x="3119" y="5557"/>
                  <a:pt x="2991" y="5426"/>
                </a:cubicBezTo>
                <a:cubicBezTo>
                  <a:pt x="2864" y="5292"/>
                  <a:pt x="2687" y="5217"/>
                  <a:pt x="2502" y="5217"/>
                </a:cubicBezTo>
                <a:cubicBezTo>
                  <a:pt x="2316" y="5217"/>
                  <a:pt x="2139" y="5292"/>
                  <a:pt x="2012" y="5426"/>
                </a:cubicBezTo>
                <a:cubicBezTo>
                  <a:pt x="1885" y="5557"/>
                  <a:pt x="1810" y="5730"/>
                  <a:pt x="1802" y="5912"/>
                </a:cubicBezTo>
                <a:cubicBezTo>
                  <a:pt x="1810" y="6095"/>
                  <a:pt x="1884" y="6267"/>
                  <a:pt x="2012" y="6398"/>
                </a:cubicBezTo>
                <a:cubicBezTo>
                  <a:pt x="2137" y="6536"/>
                  <a:pt x="2317" y="6612"/>
                  <a:pt x="2504" y="6606"/>
                </a:cubicBezTo>
                <a:close/>
                <a:moveTo>
                  <a:pt x="5646" y="8691"/>
                </a:moveTo>
                <a:cubicBezTo>
                  <a:pt x="5929" y="8695"/>
                  <a:pt x="6185" y="8526"/>
                  <a:pt x="6294" y="8265"/>
                </a:cubicBezTo>
                <a:cubicBezTo>
                  <a:pt x="6401" y="8005"/>
                  <a:pt x="6339" y="7705"/>
                  <a:pt x="6136" y="7510"/>
                </a:cubicBezTo>
                <a:cubicBezTo>
                  <a:pt x="6009" y="7376"/>
                  <a:pt x="5831" y="7301"/>
                  <a:pt x="5646" y="7301"/>
                </a:cubicBezTo>
                <a:cubicBezTo>
                  <a:pt x="5461" y="7301"/>
                  <a:pt x="5284" y="7376"/>
                  <a:pt x="5156" y="7510"/>
                </a:cubicBezTo>
                <a:cubicBezTo>
                  <a:pt x="5023" y="7636"/>
                  <a:pt x="4946" y="7812"/>
                  <a:pt x="4946" y="7996"/>
                </a:cubicBezTo>
                <a:cubicBezTo>
                  <a:pt x="4946" y="8179"/>
                  <a:pt x="5023" y="8356"/>
                  <a:pt x="5156" y="8482"/>
                </a:cubicBezTo>
                <a:cubicBezTo>
                  <a:pt x="5281" y="8621"/>
                  <a:pt x="5461" y="8696"/>
                  <a:pt x="5646" y="8691"/>
                </a:cubicBezTo>
                <a:close/>
                <a:moveTo>
                  <a:pt x="5646" y="6606"/>
                </a:moveTo>
                <a:cubicBezTo>
                  <a:pt x="6030" y="6598"/>
                  <a:pt x="6339" y="6292"/>
                  <a:pt x="6349" y="5912"/>
                </a:cubicBezTo>
                <a:cubicBezTo>
                  <a:pt x="6340" y="5730"/>
                  <a:pt x="6267" y="5557"/>
                  <a:pt x="6139" y="5426"/>
                </a:cubicBezTo>
                <a:cubicBezTo>
                  <a:pt x="6012" y="5292"/>
                  <a:pt x="5834" y="5217"/>
                  <a:pt x="5649" y="5217"/>
                </a:cubicBezTo>
                <a:cubicBezTo>
                  <a:pt x="5464" y="5217"/>
                  <a:pt x="5288" y="5292"/>
                  <a:pt x="5159" y="5426"/>
                </a:cubicBezTo>
                <a:cubicBezTo>
                  <a:pt x="5032" y="5557"/>
                  <a:pt x="4958" y="5730"/>
                  <a:pt x="4949" y="5912"/>
                </a:cubicBezTo>
                <a:cubicBezTo>
                  <a:pt x="4957" y="6093"/>
                  <a:pt x="5029" y="6266"/>
                  <a:pt x="5154" y="6398"/>
                </a:cubicBezTo>
                <a:cubicBezTo>
                  <a:pt x="5280" y="6536"/>
                  <a:pt x="5460" y="6612"/>
                  <a:pt x="5646" y="6606"/>
                </a:cubicBezTo>
                <a:close/>
                <a:moveTo>
                  <a:pt x="8630" y="8691"/>
                </a:moveTo>
                <a:cubicBezTo>
                  <a:pt x="8817" y="8696"/>
                  <a:pt x="8995" y="8620"/>
                  <a:pt x="9120" y="8482"/>
                </a:cubicBezTo>
                <a:cubicBezTo>
                  <a:pt x="9254" y="8356"/>
                  <a:pt x="9330" y="8179"/>
                  <a:pt x="9330" y="7996"/>
                </a:cubicBezTo>
                <a:cubicBezTo>
                  <a:pt x="9330" y="7812"/>
                  <a:pt x="9254" y="7636"/>
                  <a:pt x="9120" y="7510"/>
                </a:cubicBezTo>
                <a:cubicBezTo>
                  <a:pt x="8993" y="7376"/>
                  <a:pt x="8815" y="7301"/>
                  <a:pt x="8630" y="7301"/>
                </a:cubicBezTo>
                <a:cubicBezTo>
                  <a:pt x="8445" y="7301"/>
                  <a:pt x="8268" y="7376"/>
                  <a:pt x="8140" y="7510"/>
                </a:cubicBezTo>
                <a:cubicBezTo>
                  <a:pt x="8003" y="7633"/>
                  <a:pt x="7925" y="7811"/>
                  <a:pt x="7930" y="7996"/>
                </a:cubicBezTo>
                <a:cubicBezTo>
                  <a:pt x="7939" y="8178"/>
                  <a:pt x="8013" y="8351"/>
                  <a:pt x="8140" y="8482"/>
                </a:cubicBezTo>
                <a:cubicBezTo>
                  <a:pt x="8265" y="8620"/>
                  <a:pt x="8444" y="8696"/>
                  <a:pt x="8630" y="8691"/>
                </a:cubicBezTo>
                <a:close/>
                <a:moveTo>
                  <a:pt x="8630" y="6606"/>
                </a:moveTo>
                <a:cubicBezTo>
                  <a:pt x="9013" y="6597"/>
                  <a:pt x="9320" y="6291"/>
                  <a:pt x="9329" y="5912"/>
                </a:cubicBezTo>
                <a:cubicBezTo>
                  <a:pt x="9320" y="5730"/>
                  <a:pt x="9247" y="5557"/>
                  <a:pt x="9119" y="5426"/>
                </a:cubicBezTo>
                <a:cubicBezTo>
                  <a:pt x="8992" y="5292"/>
                  <a:pt x="8814" y="5217"/>
                  <a:pt x="8629" y="5217"/>
                </a:cubicBezTo>
                <a:cubicBezTo>
                  <a:pt x="8444" y="5217"/>
                  <a:pt x="8267" y="5292"/>
                  <a:pt x="8139" y="5426"/>
                </a:cubicBezTo>
                <a:cubicBezTo>
                  <a:pt x="8013" y="5557"/>
                  <a:pt x="7938" y="5730"/>
                  <a:pt x="7929" y="5912"/>
                </a:cubicBezTo>
                <a:cubicBezTo>
                  <a:pt x="7938" y="6095"/>
                  <a:pt x="8012" y="6267"/>
                  <a:pt x="8139" y="6398"/>
                </a:cubicBezTo>
                <a:cubicBezTo>
                  <a:pt x="8265" y="6536"/>
                  <a:pt x="8444" y="6612"/>
                  <a:pt x="8630" y="6606"/>
                </a:cubicBezTo>
                <a:close/>
                <a:moveTo>
                  <a:pt x="8630" y="6606"/>
                </a:moveTo>
                <a:close/>
              </a:path>
            </a:pathLst>
          </a:custGeom>
          <a:solidFill>
            <a:srgbClr val="FDFD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Placeholder 3" descr="placeholder 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454" y="-2740961"/>
            <a:ext cx="3186525" cy="2125981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-777240" y="-2877854"/>
            <a:ext cx="13746480" cy="6823841"/>
          </a:xfrm>
          <a:prstGeom prst="ellipse">
            <a:avLst/>
          </a:prstGeom>
          <a:noFill/>
          <a:ln>
            <a:solidFill>
              <a:srgbClr val="E602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2563823" y="-1326294"/>
            <a:ext cx="683144" cy="683144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5296399" y="-1326294"/>
            <a:ext cx="683144" cy="683144"/>
          </a:xfrm>
          <a:prstGeom prst="rect">
            <a:avLst/>
          </a:prstGeom>
          <a:solidFill>
            <a:srgbClr val="F1D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3246967" y="-1326294"/>
            <a:ext cx="683144" cy="683144"/>
          </a:xfrm>
          <a:prstGeom prst="rect">
            <a:avLst/>
          </a:prstGeom>
          <a:solidFill>
            <a:srgbClr val="E40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3930111" y="-1326294"/>
            <a:ext cx="683144" cy="683144"/>
          </a:xfrm>
          <a:prstGeom prst="rect">
            <a:avLst/>
          </a:prstGeom>
          <a:solidFill>
            <a:srgbClr val="EC9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4613255" y="-1326294"/>
            <a:ext cx="683144" cy="683144"/>
          </a:xfrm>
          <a:prstGeom prst="rect">
            <a:avLst/>
          </a:prstGeom>
          <a:solidFill>
            <a:srgbClr val="F2B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6" name="Image Placeholder 4" descr="placeholder imag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221"/>
          <a:stretch>
            <a:fillRect/>
          </a:stretch>
        </p:blipFill>
        <p:spPr>
          <a:xfrm>
            <a:off x="7157923" y="-1990828"/>
            <a:ext cx="1396219" cy="1123950"/>
          </a:xfrm>
          <a:prstGeom prst="rect">
            <a:avLst/>
          </a:prstGeom>
        </p:spPr>
      </p:pic>
      <p:pic>
        <p:nvPicPr>
          <p:cNvPr id="97" name="Image Placeholder 5" descr="placeholder 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703" y="-1893957"/>
            <a:ext cx="1328814" cy="1328814"/>
          </a:xfrm>
          <a:prstGeom prst="rect">
            <a:avLst/>
          </a:prstGeom>
        </p:spPr>
      </p:pic>
      <p:pic>
        <p:nvPicPr>
          <p:cNvPr id="98" name="Image Placeholder 6" descr="placeholder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2262" y="-1625392"/>
            <a:ext cx="1430713" cy="95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9" name="组合 98"/>
          <p:cNvGrpSpPr/>
          <p:nvPr/>
        </p:nvGrpSpPr>
        <p:grpSpPr>
          <a:xfrm>
            <a:off x="6381211" y="-1552701"/>
            <a:ext cx="683145" cy="683145"/>
            <a:chOff x="6381211" y="-963853"/>
            <a:chExt cx="683145" cy="683145"/>
          </a:xfrm>
        </p:grpSpPr>
        <p:sp>
          <p:nvSpPr>
            <p:cNvPr id="100" name="圆: 空心 99"/>
            <p:cNvSpPr/>
            <p:nvPr/>
          </p:nvSpPr>
          <p:spPr>
            <a:xfrm>
              <a:off x="6381211" y="-963853"/>
              <a:ext cx="683145" cy="683145"/>
            </a:xfrm>
            <a:prstGeom prst="donut">
              <a:avLst>
                <a:gd name="adj" fmla="val 10911"/>
              </a:avLst>
            </a:prstGeom>
            <a:solidFill>
              <a:srgbClr val="F7E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" name="星形: 五角 100"/>
            <p:cNvSpPr/>
            <p:nvPr/>
          </p:nvSpPr>
          <p:spPr>
            <a:xfrm>
              <a:off x="6526960" y="-818103"/>
              <a:ext cx="391646" cy="391645"/>
            </a:xfrm>
            <a:prstGeom prst="star5">
              <a:avLst/>
            </a:prstGeom>
            <a:solidFill>
              <a:srgbClr val="F7E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5" name="矩形 104"/>
          <p:cNvSpPr/>
          <p:nvPr/>
        </p:nvSpPr>
        <p:spPr>
          <a:xfrm>
            <a:off x="3246967" y="-2013543"/>
            <a:ext cx="683144" cy="683144"/>
          </a:xfrm>
          <a:prstGeom prst="rect">
            <a:avLst/>
          </a:prstGeom>
          <a:solidFill>
            <a:srgbClr val="D707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waiter_113364"/>
          <p:cNvSpPr/>
          <p:nvPr/>
        </p:nvSpPr>
        <p:spPr>
          <a:xfrm>
            <a:off x="3034255" y="5497547"/>
            <a:ext cx="424264" cy="501434"/>
          </a:xfrm>
          <a:custGeom>
            <a:avLst/>
            <a:gdLst>
              <a:gd name="T0" fmla="*/ 3508 w 4610"/>
              <a:gd name="T1" fmla="*/ 3744 h 5456"/>
              <a:gd name="T2" fmla="*/ 2617 w 4610"/>
              <a:gd name="T3" fmla="*/ 3232 h 5456"/>
              <a:gd name="T4" fmla="*/ 1023 w 4610"/>
              <a:gd name="T5" fmla="*/ 1159 h 5456"/>
              <a:gd name="T6" fmla="*/ 992 w 4610"/>
              <a:gd name="T7" fmla="*/ 0 h 5456"/>
              <a:gd name="T8" fmla="*/ 1217 w 4610"/>
              <a:gd name="T9" fmla="*/ 174 h 5456"/>
              <a:gd name="T10" fmla="*/ 2338 w 4610"/>
              <a:gd name="T11" fmla="*/ 330 h 5456"/>
              <a:gd name="T12" fmla="*/ 2741 w 4610"/>
              <a:gd name="T13" fmla="*/ 1819 h 5456"/>
              <a:gd name="T14" fmla="*/ 2227 w 4610"/>
              <a:gd name="T15" fmla="*/ 2861 h 5456"/>
              <a:gd name="T16" fmla="*/ 1025 w 4610"/>
              <a:gd name="T17" fmla="*/ 1843 h 5456"/>
              <a:gd name="T18" fmla="*/ 2474 w 4610"/>
              <a:gd name="T19" fmla="*/ 1492 h 5456"/>
              <a:gd name="T20" fmla="*/ 1290 w 4610"/>
              <a:gd name="T21" fmla="*/ 1363 h 5456"/>
              <a:gd name="T22" fmla="*/ 1537 w 4610"/>
              <a:gd name="T23" fmla="*/ 2595 h 5456"/>
              <a:gd name="T24" fmla="*/ 2474 w 4610"/>
              <a:gd name="T25" fmla="*/ 1806 h 5456"/>
              <a:gd name="T26" fmla="*/ 1246 w 4610"/>
              <a:gd name="T27" fmla="*/ 1005 h 5456"/>
              <a:gd name="T28" fmla="*/ 2338 w 4610"/>
              <a:gd name="T29" fmla="*/ 1242 h 5456"/>
              <a:gd name="T30" fmla="*/ 2660 w 4610"/>
              <a:gd name="T31" fmla="*/ 919 h 5456"/>
              <a:gd name="T32" fmla="*/ 1503 w 4610"/>
              <a:gd name="T33" fmla="*/ 584 h 5456"/>
              <a:gd name="T34" fmla="*/ 1884 w 4610"/>
              <a:gd name="T35" fmla="*/ 1024 h 5456"/>
              <a:gd name="T36" fmla="*/ 1242 w 4610"/>
              <a:gd name="T37" fmla="*/ 1002 h 5456"/>
              <a:gd name="T38" fmla="*/ 2015 w 4610"/>
              <a:gd name="T39" fmla="*/ 3989 h 5456"/>
              <a:gd name="T40" fmla="*/ 1749 w 4610"/>
              <a:gd name="T41" fmla="*/ 4619 h 5456"/>
              <a:gd name="T42" fmla="*/ 879 w 4610"/>
              <a:gd name="T43" fmla="*/ 4350 h 5456"/>
              <a:gd name="T44" fmla="*/ 612 w 4610"/>
              <a:gd name="T45" fmla="*/ 5323 h 5456"/>
              <a:gd name="T46" fmla="*/ 1324 w 4610"/>
              <a:gd name="T47" fmla="*/ 5417 h 5456"/>
              <a:gd name="T48" fmla="*/ 2210 w 4610"/>
              <a:gd name="T49" fmla="*/ 5001 h 5456"/>
              <a:gd name="T50" fmla="*/ 2154 w 4610"/>
              <a:gd name="T51" fmla="*/ 3116 h 5456"/>
              <a:gd name="T52" fmla="*/ 1435 w 4610"/>
              <a:gd name="T53" fmla="*/ 3187 h 5456"/>
              <a:gd name="T54" fmla="*/ 1505 w 4610"/>
              <a:gd name="T55" fmla="*/ 3392 h 5456"/>
              <a:gd name="T56" fmla="*/ 1882 w 4610"/>
              <a:gd name="T57" fmla="*/ 3522 h 5456"/>
              <a:gd name="T58" fmla="*/ 2329 w 4610"/>
              <a:gd name="T59" fmla="*/ 3567 h 5456"/>
              <a:gd name="T60" fmla="*/ 2259 w 4610"/>
              <a:gd name="T61" fmla="*/ 3362 h 5456"/>
              <a:gd name="T62" fmla="*/ 4477 w 4610"/>
              <a:gd name="T63" fmla="*/ 5456 h 5456"/>
              <a:gd name="T64" fmla="*/ 4215 w 4610"/>
              <a:gd name="T65" fmla="*/ 5456 h 5456"/>
              <a:gd name="T66" fmla="*/ 2328 w 4610"/>
              <a:gd name="T67" fmla="*/ 5456 h 5456"/>
              <a:gd name="T68" fmla="*/ 2453 w 4610"/>
              <a:gd name="T69" fmla="*/ 5190 h 5456"/>
              <a:gd name="T70" fmla="*/ 3269 w 4610"/>
              <a:gd name="T71" fmla="*/ 4089 h 5456"/>
              <a:gd name="T72" fmla="*/ 3536 w 4610"/>
              <a:gd name="T73" fmla="*/ 4200 h 5456"/>
              <a:gd name="T74" fmla="*/ 4477 w 4610"/>
              <a:gd name="T75" fmla="*/ 5190 h 5456"/>
              <a:gd name="T76" fmla="*/ 3402 w 4610"/>
              <a:gd name="T77" fmla="*/ 4457 h 5456"/>
              <a:gd name="T78" fmla="*/ 4085 w 4610"/>
              <a:gd name="T79" fmla="*/ 5190 h 5456"/>
              <a:gd name="T80" fmla="*/ 986 w 4610"/>
              <a:gd name="T81" fmla="*/ 3020 h 5456"/>
              <a:gd name="T82" fmla="*/ 0 w 4610"/>
              <a:gd name="T83" fmla="*/ 5323 h 5456"/>
              <a:gd name="T84" fmla="*/ 267 w 4610"/>
              <a:gd name="T85" fmla="*/ 3903 h 5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610" h="5456">
                <a:moveTo>
                  <a:pt x="2779" y="3020"/>
                </a:moveTo>
                <a:lnTo>
                  <a:pt x="3483" y="3557"/>
                </a:lnTo>
                <a:cubicBezTo>
                  <a:pt x="3542" y="3601"/>
                  <a:pt x="3553" y="3685"/>
                  <a:pt x="3508" y="3744"/>
                </a:cubicBezTo>
                <a:cubicBezTo>
                  <a:pt x="3482" y="3778"/>
                  <a:pt x="3442" y="3796"/>
                  <a:pt x="3402" y="3796"/>
                </a:cubicBezTo>
                <a:cubicBezTo>
                  <a:pt x="3374" y="3796"/>
                  <a:pt x="3346" y="3787"/>
                  <a:pt x="3322" y="3769"/>
                </a:cubicBezTo>
                <a:lnTo>
                  <a:pt x="2617" y="3232"/>
                </a:lnTo>
                <a:cubicBezTo>
                  <a:pt x="2559" y="3188"/>
                  <a:pt x="2548" y="3104"/>
                  <a:pt x="2592" y="3046"/>
                </a:cubicBezTo>
                <a:cubicBezTo>
                  <a:pt x="2637" y="2987"/>
                  <a:pt x="2720" y="2976"/>
                  <a:pt x="2779" y="3020"/>
                </a:cubicBezTo>
                <a:close/>
                <a:moveTo>
                  <a:pt x="1023" y="1159"/>
                </a:moveTo>
                <a:cubicBezTo>
                  <a:pt x="784" y="907"/>
                  <a:pt x="684" y="539"/>
                  <a:pt x="740" y="116"/>
                </a:cubicBezTo>
                <a:cubicBezTo>
                  <a:pt x="749" y="50"/>
                  <a:pt x="805" y="0"/>
                  <a:pt x="872" y="0"/>
                </a:cubicBezTo>
                <a:lnTo>
                  <a:pt x="992" y="0"/>
                </a:lnTo>
                <a:cubicBezTo>
                  <a:pt x="1032" y="0"/>
                  <a:pt x="1071" y="19"/>
                  <a:pt x="1096" y="50"/>
                </a:cubicBezTo>
                <a:cubicBezTo>
                  <a:pt x="1132" y="96"/>
                  <a:pt x="1170" y="135"/>
                  <a:pt x="1211" y="169"/>
                </a:cubicBezTo>
                <a:cubicBezTo>
                  <a:pt x="1213" y="171"/>
                  <a:pt x="1215" y="172"/>
                  <a:pt x="1217" y="174"/>
                </a:cubicBezTo>
                <a:cubicBezTo>
                  <a:pt x="1294" y="236"/>
                  <a:pt x="1379" y="280"/>
                  <a:pt x="1476" y="306"/>
                </a:cubicBezTo>
                <a:cubicBezTo>
                  <a:pt x="1630" y="348"/>
                  <a:pt x="1905" y="341"/>
                  <a:pt x="2126" y="335"/>
                </a:cubicBezTo>
                <a:cubicBezTo>
                  <a:pt x="2202" y="332"/>
                  <a:pt x="2274" y="330"/>
                  <a:pt x="2338" y="330"/>
                </a:cubicBezTo>
                <a:cubicBezTo>
                  <a:pt x="2662" y="330"/>
                  <a:pt x="2926" y="595"/>
                  <a:pt x="2926" y="919"/>
                </a:cubicBezTo>
                <a:cubicBezTo>
                  <a:pt x="2926" y="1088"/>
                  <a:pt x="2855" y="1240"/>
                  <a:pt x="2741" y="1348"/>
                </a:cubicBezTo>
                <a:lnTo>
                  <a:pt x="2741" y="1819"/>
                </a:lnTo>
                <a:cubicBezTo>
                  <a:pt x="2741" y="1827"/>
                  <a:pt x="2740" y="1835"/>
                  <a:pt x="2739" y="1843"/>
                </a:cubicBezTo>
                <a:lnTo>
                  <a:pt x="2617" y="2494"/>
                </a:lnTo>
                <a:cubicBezTo>
                  <a:pt x="2575" y="2717"/>
                  <a:pt x="2422" y="2861"/>
                  <a:pt x="2227" y="2861"/>
                </a:cubicBezTo>
                <a:lnTo>
                  <a:pt x="1537" y="2861"/>
                </a:lnTo>
                <a:cubicBezTo>
                  <a:pt x="1342" y="2861"/>
                  <a:pt x="1189" y="2717"/>
                  <a:pt x="1147" y="2494"/>
                </a:cubicBezTo>
                <a:lnTo>
                  <a:pt x="1025" y="1843"/>
                </a:lnTo>
                <a:cubicBezTo>
                  <a:pt x="1024" y="1835"/>
                  <a:pt x="1023" y="1827"/>
                  <a:pt x="1023" y="1819"/>
                </a:cubicBezTo>
                <a:lnTo>
                  <a:pt x="1023" y="1159"/>
                </a:lnTo>
                <a:close/>
                <a:moveTo>
                  <a:pt x="2474" y="1492"/>
                </a:moveTo>
                <a:cubicBezTo>
                  <a:pt x="2431" y="1503"/>
                  <a:pt x="2385" y="1508"/>
                  <a:pt x="2338" y="1508"/>
                </a:cubicBezTo>
                <a:cubicBezTo>
                  <a:pt x="2293" y="1508"/>
                  <a:pt x="2248" y="1509"/>
                  <a:pt x="2204" y="1509"/>
                </a:cubicBezTo>
                <a:cubicBezTo>
                  <a:pt x="1894" y="1513"/>
                  <a:pt x="1575" y="1516"/>
                  <a:pt x="1290" y="1363"/>
                </a:cubicBezTo>
                <a:lnTo>
                  <a:pt x="1290" y="1806"/>
                </a:lnTo>
                <a:lnTo>
                  <a:pt x="1409" y="2445"/>
                </a:lnTo>
                <a:cubicBezTo>
                  <a:pt x="1414" y="2470"/>
                  <a:pt x="1442" y="2595"/>
                  <a:pt x="1537" y="2595"/>
                </a:cubicBezTo>
                <a:lnTo>
                  <a:pt x="2227" y="2595"/>
                </a:lnTo>
                <a:cubicBezTo>
                  <a:pt x="2322" y="2595"/>
                  <a:pt x="2350" y="2470"/>
                  <a:pt x="2355" y="2445"/>
                </a:cubicBezTo>
                <a:lnTo>
                  <a:pt x="2474" y="1806"/>
                </a:lnTo>
                <a:lnTo>
                  <a:pt x="2474" y="1492"/>
                </a:lnTo>
                <a:close/>
                <a:moveTo>
                  <a:pt x="1242" y="1002"/>
                </a:moveTo>
                <a:cubicBezTo>
                  <a:pt x="1243" y="1003"/>
                  <a:pt x="1245" y="1004"/>
                  <a:pt x="1246" y="1005"/>
                </a:cubicBezTo>
                <a:cubicBezTo>
                  <a:pt x="1247" y="1006"/>
                  <a:pt x="1248" y="1007"/>
                  <a:pt x="1249" y="1008"/>
                </a:cubicBezTo>
                <a:cubicBezTo>
                  <a:pt x="1508" y="1250"/>
                  <a:pt x="1845" y="1246"/>
                  <a:pt x="2201" y="1243"/>
                </a:cubicBezTo>
                <a:cubicBezTo>
                  <a:pt x="2246" y="1242"/>
                  <a:pt x="2292" y="1242"/>
                  <a:pt x="2338" y="1242"/>
                </a:cubicBezTo>
                <a:cubicBezTo>
                  <a:pt x="2406" y="1242"/>
                  <a:pt x="2470" y="1220"/>
                  <a:pt x="2522" y="1184"/>
                </a:cubicBezTo>
                <a:cubicBezTo>
                  <a:pt x="2526" y="1180"/>
                  <a:pt x="2531" y="1176"/>
                  <a:pt x="2536" y="1173"/>
                </a:cubicBezTo>
                <a:cubicBezTo>
                  <a:pt x="2611" y="1114"/>
                  <a:pt x="2660" y="1022"/>
                  <a:pt x="2660" y="919"/>
                </a:cubicBezTo>
                <a:cubicBezTo>
                  <a:pt x="2660" y="742"/>
                  <a:pt x="2515" y="597"/>
                  <a:pt x="2338" y="597"/>
                </a:cubicBezTo>
                <a:cubicBezTo>
                  <a:pt x="2278" y="597"/>
                  <a:pt x="2207" y="599"/>
                  <a:pt x="2133" y="601"/>
                </a:cubicBezTo>
                <a:cubicBezTo>
                  <a:pt x="1922" y="607"/>
                  <a:pt x="1687" y="614"/>
                  <a:pt x="1503" y="584"/>
                </a:cubicBezTo>
                <a:cubicBezTo>
                  <a:pt x="1639" y="701"/>
                  <a:pt x="1789" y="746"/>
                  <a:pt x="1912" y="759"/>
                </a:cubicBezTo>
                <a:cubicBezTo>
                  <a:pt x="1985" y="767"/>
                  <a:pt x="2038" y="833"/>
                  <a:pt x="2030" y="906"/>
                </a:cubicBezTo>
                <a:cubicBezTo>
                  <a:pt x="2023" y="979"/>
                  <a:pt x="1957" y="1032"/>
                  <a:pt x="1884" y="1024"/>
                </a:cubicBezTo>
                <a:cubicBezTo>
                  <a:pt x="1658" y="1000"/>
                  <a:pt x="1251" y="880"/>
                  <a:pt x="1019" y="355"/>
                </a:cubicBezTo>
                <a:cubicBezTo>
                  <a:pt x="1010" y="347"/>
                  <a:pt x="1001" y="339"/>
                  <a:pt x="992" y="330"/>
                </a:cubicBezTo>
                <a:cubicBezTo>
                  <a:pt x="990" y="609"/>
                  <a:pt x="1076" y="843"/>
                  <a:pt x="1242" y="1002"/>
                </a:cubicBezTo>
                <a:close/>
                <a:moveTo>
                  <a:pt x="2210" y="4813"/>
                </a:moveTo>
                <a:lnTo>
                  <a:pt x="2015" y="4619"/>
                </a:lnTo>
                <a:lnTo>
                  <a:pt x="2015" y="3989"/>
                </a:lnTo>
                <a:cubicBezTo>
                  <a:pt x="2015" y="3915"/>
                  <a:pt x="1956" y="3855"/>
                  <a:pt x="1882" y="3855"/>
                </a:cubicBezTo>
                <a:cubicBezTo>
                  <a:pt x="1808" y="3855"/>
                  <a:pt x="1749" y="3915"/>
                  <a:pt x="1749" y="3989"/>
                </a:cubicBezTo>
                <a:lnTo>
                  <a:pt x="1749" y="4619"/>
                </a:lnTo>
                <a:lnTo>
                  <a:pt x="1175" y="5190"/>
                </a:lnTo>
                <a:lnTo>
                  <a:pt x="879" y="5190"/>
                </a:lnTo>
                <a:lnTo>
                  <a:pt x="879" y="4350"/>
                </a:lnTo>
                <a:cubicBezTo>
                  <a:pt x="879" y="4276"/>
                  <a:pt x="819" y="4217"/>
                  <a:pt x="745" y="4217"/>
                </a:cubicBezTo>
                <a:cubicBezTo>
                  <a:pt x="672" y="4217"/>
                  <a:pt x="612" y="4276"/>
                  <a:pt x="612" y="4350"/>
                </a:cubicBezTo>
                <a:lnTo>
                  <a:pt x="612" y="5323"/>
                </a:lnTo>
                <a:cubicBezTo>
                  <a:pt x="612" y="5397"/>
                  <a:pt x="672" y="5456"/>
                  <a:pt x="745" y="5456"/>
                </a:cubicBezTo>
                <a:lnTo>
                  <a:pt x="1230" y="5456"/>
                </a:lnTo>
                <a:cubicBezTo>
                  <a:pt x="1266" y="5456"/>
                  <a:pt x="1299" y="5442"/>
                  <a:pt x="1324" y="5417"/>
                </a:cubicBezTo>
                <a:lnTo>
                  <a:pt x="1882" y="4862"/>
                </a:lnTo>
                <a:lnTo>
                  <a:pt x="2022" y="5002"/>
                </a:lnTo>
                <a:cubicBezTo>
                  <a:pt x="2074" y="5053"/>
                  <a:pt x="2158" y="5053"/>
                  <a:pt x="2210" y="5001"/>
                </a:cubicBezTo>
                <a:cubicBezTo>
                  <a:pt x="2262" y="4949"/>
                  <a:pt x="2262" y="4864"/>
                  <a:pt x="2210" y="4813"/>
                </a:cubicBezTo>
                <a:close/>
                <a:moveTo>
                  <a:pt x="2329" y="3187"/>
                </a:moveTo>
                <a:cubicBezTo>
                  <a:pt x="2300" y="3119"/>
                  <a:pt x="2222" y="3087"/>
                  <a:pt x="2154" y="3116"/>
                </a:cubicBezTo>
                <a:lnTo>
                  <a:pt x="1882" y="3232"/>
                </a:lnTo>
                <a:lnTo>
                  <a:pt x="1610" y="3116"/>
                </a:lnTo>
                <a:cubicBezTo>
                  <a:pt x="1542" y="3087"/>
                  <a:pt x="1464" y="3119"/>
                  <a:pt x="1435" y="3187"/>
                </a:cubicBezTo>
                <a:cubicBezTo>
                  <a:pt x="1406" y="3254"/>
                  <a:pt x="1438" y="3333"/>
                  <a:pt x="1505" y="3362"/>
                </a:cubicBezTo>
                <a:lnTo>
                  <a:pt x="1541" y="3377"/>
                </a:lnTo>
                <a:lnTo>
                  <a:pt x="1505" y="3392"/>
                </a:lnTo>
                <a:cubicBezTo>
                  <a:pt x="1438" y="3421"/>
                  <a:pt x="1406" y="3499"/>
                  <a:pt x="1435" y="3567"/>
                </a:cubicBezTo>
                <a:cubicBezTo>
                  <a:pt x="1464" y="3635"/>
                  <a:pt x="1542" y="3666"/>
                  <a:pt x="1610" y="3637"/>
                </a:cubicBezTo>
                <a:lnTo>
                  <a:pt x="1882" y="3522"/>
                </a:lnTo>
                <a:lnTo>
                  <a:pt x="2154" y="3637"/>
                </a:lnTo>
                <a:cubicBezTo>
                  <a:pt x="2171" y="3645"/>
                  <a:pt x="2189" y="3648"/>
                  <a:pt x="2206" y="3648"/>
                </a:cubicBezTo>
                <a:cubicBezTo>
                  <a:pt x="2258" y="3648"/>
                  <a:pt x="2307" y="3618"/>
                  <a:pt x="2329" y="3567"/>
                </a:cubicBezTo>
                <a:cubicBezTo>
                  <a:pt x="2358" y="3499"/>
                  <a:pt x="2326" y="3421"/>
                  <a:pt x="2258" y="3392"/>
                </a:cubicBezTo>
                <a:lnTo>
                  <a:pt x="2223" y="3377"/>
                </a:lnTo>
                <a:lnTo>
                  <a:pt x="2259" y="3362"/>
                </a:lnTo>
                <a:cubicBezTo>
                  <a:pt x="2326" y="3333"/>
                  <a:pt x="2358" y="3254"/>
                  <a:pt x="2329" y="3187"/>
                </a:cubicBezTo>
                <a:close/>
                <a:moveTo>
                  <a:pt x="4610" y="5323"/>
                </a:moveTo>
                <a:cubicBezTo>
                  <a:pt x="4610" y="5397"/>
                  <a:pt x="4550" y="5456"/>
                  <a:pt x="4477" y="5456"/>
                </a:cubicBezTo>
                <a:lnTo>
                  <a:pt x="4221" y="5456"/>
                </a:lnTo>
                <a:cubicBezTo>
                  <a:pt x="4220" y="5456"/>
                  <a:pt x="4219" y="5456"/>
                  <a:pt x="4218" y="5456"/>
                </a:cubicBezTo>
                <a:cubicBezTo>
                  <a:pt x="4217" y="5456"/>
                  <a:pt x="4216" y="5456"/>
                  <a:pt x="4215" y="5456"/>
                </a:cubicBezTo>
                <a:lnTo>
                  <a:pt x="2589" y="5456"/>
                </a:lnTo>
                <a:cubicBezTo>
                  <a:pt x="2588" y="5456"/>
                  <a:pt x="2586" y="5456"/>
                  <a:pt x="2584" y="5456"/>
                </a:cubicBezTo>
                <a:lnTo>
                  <a:pt x="2328" y="5456"/>
                </a:lnTo>
                <a:cubicBezTo>
                  <a:pt x="2254" y="5456"/>
                  <a:pt x="2195" y="5397"/>
                  <a:pt x="2195" y="5323"/>
                </a:cubicBezTo>
                <a:cubicBezTo>
                  <a:pt x="2195" y="5249"/>
                  <a:pt x="2254" y="5190"/>
                  <a:pt x="2328" y="5190"/>
                </a:cubicBezTo>
                <a:lnTo>
                  <a:pt x="2453" y="5190"/>
                </a:lnTo>
                <a:lnTo>
                  <a:pt x="2453" y="5139"/>
                </a:lnTo>
                <a:cubicBezTo>
                  <a:pt x="2453" y="4661"/>
                  <a:pt x="2809" y="4265"/>
                  <a:pt x="3269" y="4200"/>
                </a:cubicBezTo>
                <a:lnTo>
                  <a:pt x="3269" y="4089"/>
                </a:lnTo>
                <a:cubicBezTo>
                  <a:pt x="3269" y="4015"/>
                  <a:pt x="3329" y="3956"/>
                  <a:pt x="3402" y="3956"/>
                </a:cubicBezTo>
                <a:cubicBezTo>
                  <a:pt x="3476" y="3956"/>
                  <a:pt x="3536" y="4015"/>
                  <a:pt x="3536" y="4089"/>
                </a:cubicBezTo>
                <a:lnTo>
                  <a:pt x="3536" y="4200"/>
                </a:lnTo>
                <a:cubicBezTo>
                  <a:pt x="3996" y="4265"/>
                  <a:pt x="4351" y="4661"/>
                  <a:pt x="4351" y="5139"/>
                </a:cubicBezTo>
                <a:lnTo>
                  <a:pt x="4351" y="5190"/>
                </a:lnTo>
                <a:lnTo>
                  <a:pt x="4477" y="5190"/>
                </a:lnTo>
                <a:cubicBezTo>
                  <a:pt x="4550" y="5190"/>
                  <a:pt x="4610" y="5249"/>
                  <a:pt x="4610" y="5323"/>
                </a:cubicBezTo>
                <a:close/>
                <a:moveTo>
                  <a:pt x="4085" y="5139"/>
                </a:moveTo>
                <a:cubicBezTo>
                  <a:pt x="4085" y="4763"/>
                  <a:pt x="3779" y="4457"/>
                  <a:pt x="3402" y="4457"/>
                </a:cubicBezTo>
                <a:cubicBezTo>
                  <a:pt x="3026" y="4457"/>
                  <a:pt x="2720" y="4763"/>
                  <a:pt x="2720" y="5139"/>
                </a:cubicBezTo>
                <a:lnTo>
                  <a:pt x="2720" y="5190"/>
                </a:lnTo>
                <a:lnTo>
                  <a:pt x="4085" y="5190"/>
                </a:lnTo>
                <a:lnTo>
                  <a:pt x="4085" y="5139"/>
                </a:lnTo>
                <a:close/>
                <a:moveTo>
                  <a:pt x="1173" y="3046"/>
                </a:moveTo>
                <a:cubicBezTo>
                  <a:pt x="1128" y="2987"/>
                  <a:pt x="1044" y="2976"/>
                  <a:pt x="986" y="3020"/>
                </a:cubicBezTo>
                <a:lnTo>
                  <a:pt x="53" y="3731"/>
                </a:lnTo>
                <a:cubicBezTo>
                  <a:pt x="20" y="3756"/>
                  <a:pt x="0" y="3795"/>
                  <a:pt x="0" y="3837"/>
                </a:cubicBezTo>
                <a:lnTo>
                  <a:pt x="0" y="5323"/>
                </a:lnTo>
                <a:cubicBezTo>
                  <a:pt x="0" y="5397"/>
                  <a:pt x="60" y="5456"/>
                  <a:pt x="133" y="5456"/>
                </a:cubicBezTo>
                <a:cubicBezTo>
                  <a:pt x="207" y="5456"/>
                  <a:pt x="267" y="5397"/>
                  <a:pt x="267" y="5323"/>
                </a:cubicBezTo>
                <a:lnTo>
                  <a:pt x="267" y="3903"/>
                </a:lnTo>
                <a:lnTo>
                  <a:pt x="1147" y="3232"/>
                </a:lnTo>
                <a:cubicBezTo>
                  <a:pt x="1206" y="3188"/>
                  <a:pt x="1217" y="3104"/>
                  <a:pt x="1173" y="3046"/>
                </a:cubicBezTo>
                <a:close/>
              </a:path>
            </a:pathLst>
          </a:custGeom>
          <a:gradFill>
            <a:gsLst>
              <a:gs pos="0">
                <a:srgbClr val="EC9414"/>
              </a:gs>
              <a:gs pos="100000">
                <a:srgbClr val="D7071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iconfont-11910-5478353"/>
          <p:cNvSpPr/>
          <p:nvPr/>
        </p:nvSpPr>
        <p:spPr>
          <a:xfrm>
            <a:off x="6516672" y="5608098"/>
            <a:ext cx="424263" cy="369332"/>
          </a:xfrm>
          <a:custGeom>
            <a:avLst/>
            <a:gdLst>
              <a:gd name="T0" fmla="*/ 8052 w 11204"/>
              <a:gd name="T1" fmla="*/ 701 h 10433"/>
              <a:gd name="T2" fmla="*/ 7702 w 11204"/>
              <a:gd name="T3" fmla="*/ 6 h 10433"/>
              <a:gd name="T4" fmla="*/ 7352 w 11204"/>
              <a:gd name="T5" fmla="*/ 701 h 10433"/>
              <a:gd name="T6" fmla="*/ 3854 w 11204"/>
              <a:gd name="T7" fmla="*/ 353 h 10433"/>
              <a:gd name="T8" fmla="*/ 3504 w 11204"/>
              <a:gd name="T9" fmla="*/ 6 h 10433"/>
              <a:gd name="T10" fmla="*/ 3154 w 11204"/>
              <a:gd name="T11" fmla="*/ 353 h 10433"/>
              <a:gd name="T12" fmla="*/ 1755 w 11204"/>
              <a:gd name="T13" fmla="*/ 701 h 10433"/>
              <a:gd name="T14" fmla="*/ 5 w 11204"/>
              <a:gd name="T15" fmla="*/ 2438 h 10433"/>
              <a:gd name="T16" fmla="*/ 513 w 11204"/>
              <a:gd name="T17" fmla="*/ 9925 h 10433"/>
              <a:gd name="T18" fmla="*/ 9450 w 11204"/>
              <a:gd name="T19" fmla="*/ 10428 h 10433"/>
              <a:gd name="T20" fmla="*/ 11200 w 11204"/>
              <a:gd name="T21" fmla="*/ 8691 h 10433"/>
              <a:gd name="T22" fmla="*/ 10693 w 11204"/>
              <a:gd name="T23" fmla="*/ 1205 h 10433"/>
              <a:gd name="T24" fmla="*/ 707 w 11204"/>
              <a:gd name="T25" fmla="*/ 2438 h 10433"/>
              <a:gd name="T26" fmla="*/ 3155 w 11204"/>
              <a:gd name="T27" fmla="*/ 1396 h 10433"/>
              <a:gd name="T28" fmla="*/ 3252 w 11204"/>
              <a:gd name="T29" fmla="*/ 1996 h 10433"/>
              <a:gd name="T30" fmla="*/ 3759 w 11204"/>
              <a:gd name="T31" fmla="*/ 1996 h 10433"/>
              <a:gd name="T32" fmla="*/ 3855 w 11204"/>
              <a:gd name="T33" fmla="*/ 1396 h 10433"/>
              <a:gd name="T34" fmla="*/ 7353 w 11204"/>
              <a:gd name="T35" fmla="*/ 1743 h 10433"/>
              <a:gd name="T36" fmla="*/ 7950 w 11204"/>
              <a:gd name="T37" fmla="*/ 1990 h 10433"/>
              <a:gd name="T38" fmla="*/ 8053 w 11204"/>
              <a:gd name="T39" fmla="*/ 1396 h 10433"/>
              <a:gd name="T40" fmla="*/ 10500 w 11204"/>
              <a:gd name="T41" fmla="*/ 2438 h 10433"/>
              <a:gd name="T42" fmla="*/ 707 w 11204"/>
              <a:gd name="T43" fmla="*/ 3480 h 10433"/>
              <a:gd name="T44" fmla="*/ 10499 w 11204"/>
              <a:gd name="T45" fmla="*/ 8691 h 10433"/>
              <a:gd name="T46" fmla="*/ 1757 w 11204"/>
              <a:gd name="T47" fmla="*/ 9733 h 10433"/>
              <a:gd name="T48" fmla="*/ 707 w 11204"/>
              <a:gd name="T49" fmla="*/ 4175 h 10433"/>
              <a:gd name="T50" fmla="*/ 10499 w 11204"/>
              <a:gd name="T51" fmla="*/ 8691 h 10433"/>
              <a:gd name="T52" fmla="*/ 2504 w 11204"/>
              <a:gd name="T53" fmla="*/ 8691 h 10433"/>
              <a:gd name="T54" fmla="*/ 3202 w 11204"/>
              <a:gd name="T55" fmla="*/ 7996 h 10433"/>
              <a:gd name="T56" fmla="*/ 2502 w 11204"/>
              <a:gd name="T57" fmla="*/ 7301 h 10433"/>
              <a:gd name="T58" fmla="*/ 1802 w 11204"/>
              <a:gd name="T59" fmla="*/ 7996 h 10433"/>
              <a:gd name="T60" fmla="*/ 2504 w 11204"/>
              <a:gd name="T61" fmla="*/ 8691 h 10433"/>
              <a:gd name="T62" fmla="*/ 2991 w 11204"/>
              <a:gd name="T63" fmla="*/ 6398 h 10433"/>
              <a:gd name="T64" fmla="*/ 2991 w 11204"/>
              <a:gd name="T65" fmla="*/ 5426 h 10433"/>
              <a:gd name="T66" fmla="*/ 2012 w 11204"/>
              <a:gd name="T67" fmla="*/ 5426 h 10433"/>
              <a:gd name="T68" fmla="*/ 2012 w 11204"/>
              <a:gd name="T69" fmla="*/ 6398 h 10433"/>
              <a:gd name="T70" fmla="*/ 5646 w 11204"/>
              <a:gd name="T71" fmla="*/ 8691 h 10433"/>
              <a:gd name="T72" fmla="*/ 6136 w 11204"/>
              <a:gd name="T73" fmla="*/ 7510 h 10433"/>
              <a:gd name="T74" fmla="*/ 5156 w 11204"/>
              <a:gd name="T75" fmla="*/ 7510 h 10433"/>
              <a:gd name="T76" fmla="*/ 5156 w 11204"/>
              <a:gd name="T77" fmla="*/ 8482 h 10433"/>
              <a:gd name="T78" fmla="*/ 5646 w 11204"/>
              <a:gd name="T79" fmla="*/ 6606 h 10433"/>
              <a:gd name="T80" fmla="*/ 6139 w 11204"/>
              <a:gd name="T81" fmla="*/ 5426 h 10433"/>
              <a:gd name="T82" fmla="*/ 5159 w 11204"/>
              <a:gd name="T83" fmla="*/ 5426 h 10433"/>
              <a:gd name="T84" fmla="*/ 5154 w 11204"/>
              <a:gd name="T85" fmla="*/ 6398 h 10433"/>
              <a:gd name="T86" fmla="*/ 8630 w 11204"/>
              <a:gd name="T87" fmla="*/ 8691 h 10433"/>
              <a:gd name="T88" fmla="*/ 9330 w 11204"/>
              <a:gd name="T89" fmla="*/ 7996 h 10433"/>
              <a:gd name="T90" fmla="*/ 8630 w 11204"/>
              <a:gd name="T91" fmla="*/ 7301 h 10433"/>
              <a:gd name="T92" fmla="*/ 7930 w 11204"/>
              <a:gd name="T93" fmla="*/ 7996 h 10433"/>
              <a:gd name="T94" fmla="*/ 8630 w 11204"/>
              <a:gd name="T95" fmla="*/ 8691 h 10433"/>
              <a:gd name="T96" fmla="*/ 9329 w 11204"/>
              <a:gd name="T97" fmla="*/ 5912 h 10433"/>
              <a:gd name="T98" fmla="*/ 8629 w 11204"/>
              <a:gd name="T99" fmla="*/ 5217 h 10433"/>
              <a:gd name="T100" fmla="*/ 7929 w 11204"/>
              <a:gd name="T101" fmla="*/ 5912 h 10433"/>
              <a:gd name="T102" fmla="*/ 8630 w 11204"/>
              <a:gd name="T103" fmla="*/ 6606 h 10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04" h="10433">
                <a:moveTo>
                  <a:pt x="9450" y="701"/>
                </a:moveTo>
                <a:lnTo>
                  <a:pt x="8052" y="701"/>
                </a:lnTo>
                <a:lnTo>
                  <a:pt x="8052" y="353"/>
                </a:lnTo>
                <a:cubicBezTo>
                  <a:pt x="8052" y="161"/>
                  <a:pt x="7895" y="6"/>
                  <a:pt x="7702" y="6"/>
                </a:cubicBezTo>
                <a:cubicBezTo>
                  <a:pt x="7509" y="6"/>
                  <a:pt x="7353" y="161"/>
                  <a:pt x="7352" y="353"/>
                </a:cubicBezTo>
                <a:lnTo>
                  <a:pt x="7352" y="701"/>
                </a:lnTo>
                <a:lnTo>
                  <a:pt x="3854" y="701"/>
                </a:lnTo>
                <a:lnTo>
                  <a:pt x="3854" y="353"/>
                </a:lnTo>
                <a:cubicBezTo>
                  <a:pt x="3860" y="260"/>
                  <a:pt x="3825" y="167"/>
                  <a:pt x="3758" y="101"/>
                </a:cubicBezTo>
                <a:cubicBezTo>
                  <a:pt x="3690" y="35"/>
                  <a:pt x="3598" y="0"/>
                  <a:pt x="3504" y="6"/>
                </a:cubicBezTo>
                <a:cubicBezTo>
                  <a:pt x="3410" y="0"/>
                  <a:pt x="3318" y="35"/>
                  <a:pt x="3250" y="101"/>
                </a:cubicBezTo>
                <a:cubicBezTo>
                  <a:pt x="3184" y="167"/>
                  <a:pt x="3149" y="260"/>
                  <a:pt x="3154" y="353"/>
                </a:cubicBezTo>
                <a:lnTo>
                  <a:pt x="3154" y="701"/>
                </a:lnTo>
                <a:lnTo>
                  <a:pt x="1755" y="701"/>
                </a:lnTo>
                <a:cubicBezTo>
                  <a:pt x="1290" y="696"/>
                  <a:pt x="843" y="877"/>
                  <a:pt x="513" y="1205"/>
                </a:cubicBezTo>
                <a:cubicBezTo>
                  <a:pt x="184" y="1531"/>
                  <a:pt x="2" y="1975"/>
                  <a:pt x="5" y="2438"/>
                </a:cubicBezTo>
                <a:lnTo>
                  <a:pt x="5" y="8691"/>
                </a:lnTo>
                <a:cubicBezTo>
                  <a:pt x="0" y="9153"/>
                  <a:pt x="184" y="9598"/>
                  <a:pt x="513" y="9925"/>
                </a:cubicBezTo>
                <a:cubicBezTo>
                  <a:pt x="843" y="10252"/>
                  <a:pt x="1290" y="10433"/>
                  <a:pt x="1755" y="10428"/>
                </a:cubicBezTo>
                <a:lnTo>
                  <a:pt x="9450" y="10428"/>
                </a:lnTo>
                <a:cubicBezTo>
                  <a:pt x="9915" y="10433"/>
                  <a:pt x="10363" y="10252"/>
                  <a:pt x="10693" y="9925"/>
                </a:cubicBezTo>
                <a:cubicBezTo>
                  <a:pt x="11022" y="9598"/>
                  <a:pt x="11204" y="9155"/>
                  <a:pt x="11200" y="8691"/>
                </a:cubicBezTo>
                <a:lnTo>
                  <a:pt x="11200" y="2438"/>
                </a:lnTo>
                <a:cubicBezTo>
                  <a:pt x="11204" y="1976"/>
                  <a:pt x="11022" y="1531"/>
                  <a:pt x="10693" y="1205"/>
                </a:cubicBezTo>
                <a:cubicBezTo>
                  <a:pt x="10362" y="878"/>
                  <a:pt x="9915" y="697"/>
                  <a:pt x="9450" y="701"/>
                </a:cubicBezTo>
                <a:close/>
                <a:moveTo>
                  <a:pt x="707" y="2438"/>
                </a:moveTo>
                <a:cubicBezTo>
                  <a:pt x="720" y="1868"/>
                  <a:pt x="1183" y="1410"/>
                  <a:pt x="1757" y="1396"/>
                </a:cubicBezTo>
                <a:lnTo>
                  <a:pt x="3155" y="1396"/>
                </a:lnTo>
                <a:lnTo>
                  <a:pt x="3155" y="1743"/>
                </a:lnTo>
                <a:cubicBezTo>
                  <a:pt x="3149" y="1837"/>
                  <a:pt x="3184" y="1930"/>
                  <a:pt x="3252" y="1996"/>
                </a:cubicBezTo>
                <a:cubicBezTo>
                  <a:pt x="3319" y="2062"/>
                  <a:pt x="3410" y="2097"/>
                  <a:pt x="3505" y="2091"/>
                </a:cubicBezTo>
                <a:cubicBezTo>
                  <a:pt x="3599" y="2097"/>
                  <a:pt x="3692" y="2062"/>
                  <a:pt x="3759" y="1996"/>
                </a:cubicBezTo>
                <a:cubicBezTo>
                  <a:pt x="3827" y="1930"/>
                  <a:pt x="3862" y="1837"/>
                  <a:pt x="3855" y="1743"/>
                </a:cubicBezTo>
                <a:lnTo>
                  <a:pt x="3855" y="1396"/>
                </a:lnTo>
                <a:lnTo>
                  <a:pt x="7353" y="1396"/>
                </a:lnTo>
                <a:lnTo>
                  <a:pt x="7353" y="1743"/>
                </a:lnTo>
                <a:cubicBezTo>
                  <a:pt x="7353" y="1936"/>
                  <a:pt x="7509" y="2091"/>
                  <a:pt x="7703" y="2091"/>
                </a:cubicBezTo>
                <a:cubicBezTo>
                  <a:pt x="7795" y="2091"/>
                  <a:pt x="7884" y="2055"/>
                  <a:pt x="7950" y="1990"/>
                </a:cubicBezTo>
                <a:cubicBezTo>
                  <a:pt x="8015" y="1925"/>
                  <a:pt x="8053" y="1836"/>
                  <a:pt x="8053" y="1743"/>
                </a:cubicBezTo>
                <a:lnTo>
                  <a:pt x="8053" y="1396"/>
                </a:lnTo>
                <a:lnTo>
                  <a:pt x="9452" y="1396"/>
                </a:lnTo>
                <a:cubicBezTo>
                  <a:pt x="10025" y="1410"/>
                  <a:pt x="10486" y="1868"/>
                  <a:pt x="10500" y="2438"/>
                </a:cubicBezTo>
                <a:lnTo>
                  <a:pt x="10500" y="3480"/>
                </a:lnTo>
                <a:lnTo>
                  <a:pt x="707" y="3480"/>
                </a:lnTo>
                <a:lnTo>
                  <a:pt x="707" y="2438"/>
                </a:lnTo>
                <a:close/>
                <a:moveTo>
                  <a:pt x="10499" y="8691"/>
                </a:moveTo>
                <a:cubicBezTo>
                  <a:pt x="10485" y="9261"/>
                  <a:pt x="10023" y="9718"/>
                  <a:pt x="9450" y="9733"/>
                </a:cubicBezTo>
                <a:lnTo>
                  <a:pt x="1757" y="9733"/>
                </a:lnTo>
                <a:cubicBezTo>
                  <a:pt x="1183" y="9720"/>
                  <a:pt x="720" y="9261"/>
                  <a:pt x="707" y="8691"/>
                </a:cubicBezTo>
                <a:lnTo>
                  <a:pt x="707" y="4175"/>
                </a:lnTo>
                <a:lnTo>
                  <a:pt x="10500" y="4175"/>
                </a:lnTo>
                <a:lnTo>
                  <a:pt x="10499" y="8691"/>
                </a:lnTo>
                <a:close/>
                <a:moveTo>
                  <a:pt x="10499" y="8691"/>
                </a:moveTo>
                <a:close/>
                <a:moveTo>
                  <a:pt x="2504" y="8691"/>
                </a:moveTo>
                <a:cubicBezTo>
                  <a:pt x="2689" y="8696"/>
                  <a:pt x="2868" y="8620"/>
                  <a:pt x="2991" y="8482"/>
                </a:cubicBezTo>
                <a:cubicBezTo>
                  <a:pt x="3125" y="8356"/>
                  <a:pt x="3202" y="8179"/>
                  <a:pt x="3202" y="7996"/>
                </a:cubicBezTo>
                <a:cubicBezTo>
                  <a:pt x="3202" y="7812"/>
                  <a:pt x="3125" y="7636"/>
                  <a:pt x="2991" y="7510"/>
                </a:cubicBezTo>
                <a:cubicBezTo>
                  <a:pt x="2864" y="7376"/>
                  <a:pt x="2687" y="7301"/>
                  <a:pt x="2502" y="7301"/>
                </a:cubicBezTo>
                <a:cubicBezTo>
                  <a:pt x="2316" y="7301"/>
                  <a:pt x="2140" y="7376"/>
                  <a:pt x="2012" y="7510"/>
                </a:cubicBezTo>
                <a:cubicBezTo>
                  <a:pt x="1878" y="7636"/>
                  <a:pt x="1802" y="7812"/>
                  <a:pt x="1802" y="7996"/>
                </a:cubicBezTo>
                <a:cubicBezTo>
                  <a:pt x="1802" y="8179"/>
                  <a:pt x="1878" y="8356"/>
                  <a:pt x="2012" y="8482"/>
                </a:cubicBezTo>
                <a:cubicBezTo>
                  <a:pt x="2137" y="8621"/>
                  <a:pt x="2317" y="8697"/>
                  <a:pt x="2504" y="8691"/>
                </a:cubicBezTo>
                <a:close/>
                <a:moveTo>
                  <a:pt x="2504" y="6606"/>
                </a:moveTo>
                <a:cubicBezTo>
                  <a:pt x="2689" y="6611"/>
                  <a:pt x="2868" y="6535"/>
                  <a:pt x="2991" y="6398"/>
                </a:cubicBezTo>
                <a:cubicBezTo>
                  <a:pt x="3118" y="6267"/>
                  <a:pt x="3193" y="6095"/>
                  <a:pt x="3202" y="5912"/>
                </a:cubicBezTo>
                <a:cubicBezTo>
                  <a:pt x="3194" y="5730"/>
                  <a:pt x="3119" y="5557"/>
                  <a:pt x="2991" y="5426"/>
                </a:cubicBezTo>
                <a:cubicBezTo>
                  <a:pt x="2864" y="5292"/>
                  <a:pt x="2687" y="5217"/>
                  <a:pt x="2502" y="5217"/>
                </a:cubicBezTo>
                <a:cubicBezTo>
                  <a:pt x="2316" y="5217"/>
                  <a:pt x="2139" y="5292"/>
                  <a:pt x="2012" y="5426"/>
                </a:cubicBezTo>
                <a:cubicBezTo>
                  <a:pt x="1885" y="5557"/>
                  <a:pt x="1810" y="5730"/>
                  <a:pt x="1802" y="5912"/>
                </a:cubicBezTo>
                <a:cubicBezTo>
                  <a:pt x="1810" y="6095"/>
                  <a:pt x="1884" y="6267"/>
                  <a:pt x="2012" y="6398"/>
                </a:cubicBezTo>
                <a:cubicBezTo>
                  <a:pt x="2137" y="6536"/>
                  <a:pt x="2317" y="6612"/>
                  <a:pt x="2504" y="6606"/>
                </a:cubicBezTo>
                <a:close/>
                <a:moveTo>
                  <a:pt x="5646" y="8691"/>
                </a:moveTo>
                <a:cubicBezTo>
                  <a:pt x="5929" y="8695"/>
                  <a:pt x="6185" y="8526"/>
                  <a:pt x="6294" y="8265"/>
                </a:cubicBezTo>
                <a:cubicBezTo>
                  <a:pt x="6401" y="8005"/>
                  <a:pt x="6339" y="7705"/>
                  <a:pt x="6136" y="7510"/>
                </a:cubicBezTo>
                <a:cubicBezTo>
                  <a:pt x="6009" y="7376"/>
                  <a:pt x="5831" y="7301"/>
                  <a:pt x="5646" y="7301"/>
                </a:cubicBezTo>
                <a:cubicBezTo>
                  <a:pt x="5461" y="7301"/>
                  <a:pt x="5284" y="7376"/>
                  <a:pt x="5156" y="7510"/>
                </a:cubicBezTo>
                <a:cubicBezTo>
                  <a:pt x="5023" y="7636"/>
                  <a:pt x="4946" y="7812"/>
                  <a:pt x="4946" y="7996"/>
                </a:cubicBezTo>
                <a:cubicBezTo>
                  <a:pt x="4946" y="8179"/>
                  <a:pt x="5023" y="8356"/>
                  <a:pt x="5156" y="8482"/>
                </a:cubicBezTo>
                <a:cubicBezTo>
                  <a:pt x="5281" y="8621"/>
                  <a:pt x="5461" y="8696"/>
                  <a:pt x="5646" y="8691"/>
                </a:cubicBezTo>
                <a:close/>
                <a:moveTo>
                  <a:pt x="5646" y="6606"/>
                </a:moveTo>
                <a:cubicBezTo>
                  <a:pt x="6030" y="6598"/>
                  <a:pt x="6339" y="6292"/>
                  <a:pt x="6349" y="5912"/>
                </a:cubicBezTo>
                <a:cubicBezTo>
                  <a:pt x="6340" y="5730"/>
                  <a:pt x="6267" y="5557"/>
                  <a:pt x="6139" y="5426"/>
                </a:cubicBezTo>
                <a:cubicBezTo>
                  <a:pt x="6012" y="5292"/>
                  <a:pt x="5834" y="5217"/>
                  <a:pt x="5649" y="5217"/>
                </a:cubicBezTo>
                <a:cubicBezTo>
                  <a:pt x="5464" y="5217"/>
                  <a:pt x="5288" y="5292"/>
                  <a:pt x="5159" y="5426"/>
                </a:cubicBezTo>
                <a:cubicBezTo>
                  <a:pt x="5032" y="5557"/>
                  <a:pt x="4958" y="5730"/>
                  <a:pt x="4949" y="5912"/>
                </a:cubicBezTo>
                <a:cubicBezTo>
                  <a:pt x="4957" y="6093"/>
                  <a:pt x="5029" y="6266"/>
                  <a:pt x="5154" y="6398"/>
                </a:cubicBezTo>
                <a:cubicBezTo>
                  <a:pt x="5280" y="6536"/>
                  <a:pt x="5460" y="6612"/>
                  <a:pt x="5646" y="6606"/>
                </a:cubicBezTo>
                <a:close/>
                <a:moveTo>
                  <a:pt x="8630" y="8691"/>
                </a:moveTo>
                <a:cubicBezTo>
                  <a:pt x="8817" y="8696"/>
                  <a:pt x="8995" y="8620"/>
                  <a:pt x="9120" y="8482"/>
                </a:cubicBezTo>
                <a:cubicBezTo>
                  <a:pt x="9254" y="8356"/>
                  <a:pt x="9330" y="8179"/>
                  <a:pt x="9330" y="7996"/>
                </a:cubicBezTo>
                <a:cubicBezTo>
                  <a:pt x="9330" y="7812"/>
                  <a:pt x="9254" y="7636"/>
                  <a:pt x="9120" y="7510"/>
                </a:cubicBezTo>
                <a:cubicBezTo>
                  <a:pt x="8993" y="7376"/>
                  <a:pt x="8815" y="7301"/>
                  <a:pt x="8630" y="7301"/>
                </a:cubicBezTo>
                <a:cubicBezTo>
                  <a:pt x="8445" y="7301"/>
                  <a:pt x="8268" y="7376"/>
                  <a:pt x="8140" y="7510"/>
                </a:cubicBezTo>
                <a:cubicBezTo>
                  <a:pt x="8003" y="7633"/>
                  <a:pt x="7925" y="7811"/>
                  <a:pt x="7930" y="7996"/>
                </a:cubicBezTo>
                <a:cubicBezTo>
                  <a:pt x="7939" y="8178"/>
                  <a:pt x="8013" y="8351"/>
                  <a:pt x="8140" y="8482"/>
                </a:cubicBezTo>
                <a:cubicBezTo>
                  <a:pt x="8265" y="8620"/>
                  <a:pt x="8444" y="8696"/>
                  <a:pt x="8630" y="8691"/>
                </a:cubicBezTo>
                <a:close/>
                <a:moveTo>
                  <a:pt x="8630" y="6606"/>
                </a:moveTo>
                <a:cubicBezTo>
                  <a:pt x="9013" y="6597"/>
                  <a:pt x="9320" y="6291"/>
                  <a:pt x="9329" y="5912"/>
                </a:cubicBezTo>
                <a:cubicBezTo>
                  <a:pt x="9320" y="5730"/>
                  <a:pt x="9247" y="5557"/>
                  <a:pt x="9119" y="5426"/>
                </a:cubicBezTo>
                <a:cubicBezTo>
                  <a:pt x="8992" y="5292"/>
                  <a:pt x="8814" y="5217"/>
                  <a:pt x="8629" y="5217"/>
                </a:cubicBezTo>
                <a:cubicBezTo>
                  <a:pt x="8444" y="5217"/>
                  <a:pt x="8267" y="5292"/>
                  <a:pt x="8139" y="5426"/>
                </a:cubicBezTo>
                <a:cubicBezTo>
                  <a:pt x="8013" y="5557"/>
                  <a:pt x="7938" y="5730"/>
                  <a:pt x="7929" y="5912"/>
                </a:cubicBezTo>
                <a:cubicBezTo>
                  <a:pt x="7938" y="6095"/>
                  <a:pt x="8012" y="6267"/>
                  <a:pt x="8139" y="6398"/>
                </a:cubicBezTo>
                <a:cubicBezTo>
                  <a:pt x="8265" y="6536"/>
                  <a:pt x="8444" y="6612"/>
                  <a:pt x="8630" y="6606"/>
                </a:cubicBezTo>
                <a:close/>
                <a:moveTo>
                  <a:pt x="8630" y="6606"/>
                </a:moveTo>
                <a:close/>
              </a:path>
            </a:pathLst>
          </a:custGeom>
          <a:gradFill>
            <a:gsLst>
              <a:gs pos="0">
                <a:srgbClr val="EC9414"/>
              </a:gs>
              <a:gs pos="100000">
                <a:srgbClr val="D7071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Image Placeholder 7" descr="placeholder image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2271" b="99728" l="0" r="98981">
                        <a14:foregroundMark x1="28981" y1="15350" x2="67963" y2="22252"/>
                        <a14:foregroundMark x1="4815" y1="36603" x2="6481" y2="57493"/>
                        <a14:foregroundMark x1="2407" y1="42961" x2="0" y2="55041"/>
                        <a14:foregroundMark x1="1064" y1="61060" x2="1204" y2="61853"/>
                        <a14:foregroundMark x1="0" y1="55041" x2="891" y2="60082"/>
                        <a14:foregroundMark x1="21852" y1="70027" x2="87407" y2="64850"/>
                        <a14:foregroundMark x1="21667" y1="62125" x2="72778" y2="60854"/>
                        <a14:foregroundMark x1="32778" y1="58946" x2="78889" y2="55949"/>
                        <a14:foregroundMark x1="29167" y1="64305" x2="65278" y2="66485"/>
                        <a14:foregroundMark x1="71204" y1="65486" x2="71204" y2="75023"/>
                        <a14:foregroundMark x1="77685" y1="69664" x2="67963" y2="77384"/>
                        <a14:foregroundMark x1="68148" y1="90372" x2="46759" y2="95913"/>
                        <a14:foregroundMark x1="46759" y1="95913" x2="34074" y2="95550"/>
                        <a14:foregroundMark x1="66296" y1="95550" x2="63056" y2="97275"/>
                        <a14:foregroundMark x1="40741" y1="97729" x2="44630" y2="99909"/>
                        <a14:foregroundMark x1="20833" y1="59128" x2="62130" y2="54950"/>
                        <a14:foregroundMark x1="62130" y1="54950" x2="65463" y2="54950"/>
                        <a14:foregroundMark x1="90833" y1="53134" x2="88333" y2="65123"/>
                        <a14:foregroundMark x1="88333" y1="65123" x2="92037" y2="68029"/>
                        <a14:foregroundMark x1="94537" y1="50136" x2="62685" y2="19619"/>
                        <a14:foregroundMark x1="62685" y1="19619" x2="40278" y2="9628"/>
                        <a14:foregroundMark x1="11517" y1="7795" x2="7500" y2="7539"/>
                        <a14:foregroundMark x1="40278" y1="9628" x2="16503" y2="8113"/>
                        <a14:foregroundMark x1="6852" y1="5540" x2="7870" y2="4360"/>
                        <a14:foregroundMark x1="27130" y1="4541" x2="61296" y2="2361"/>
                        <a14:foregroundMark x1="61296" y1="2361" x2="61667" y2="2361"/>
                        <a14:foregroundMark x1="95741" y1="44777" x2="98981" y2="49773"/>
                        <a14:backgroundMark x1="14537" y1="6721" x2="13333" y2="9537"/>
                        <a14:backgroundMark x1="185" y1="59946" x2="0" y2="60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86" y="1485863"/>
            <a:ext cx="839122" cy="85543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6100" y="923480"/>
            <a:ext cx="2303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gradFill>
                  <a:gsLst>
                    <a:gs pos="100000">
                      <a:srgbClr val="C00000"/>
                    </a:gs>
                    <a:gs pos="0">
                      <a:srgbClr val="E40813"/>
                    </a:gs>
                  </a:gsLst>
                  <a:lin ang="5400000" scaled="1"/>
                </a:gra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Template Placeholder Title S03</a:t>
            </a:r>
            <a:r>
              <a:rPr lang="zh-CN" altLang="en-US" dirty="0"/>
              <a:t>template bullet placeholder 1</a:t>
            </a:r>
          </a:p>
        </p:txBody>
      </p:sp>
      <p:sp>
        <p:nvSpPr>
          <p:cNvPr id="6" name="椭圆 5"/>
          <p:cNvSpPr/>
          <p:nvPr/>
        </p:nvSpPr>
        <p:spPr>
          <a:xfrm>
            <a:off x="1094163" y="1607790"/>
            <a:ext cx="1883664" cy="1773936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44450">
            <a:gradFill>
              <a:gsLst>
                <a:gs pos="29000">
                  <a:srgbClr val="FFC000">
                    <a:alpha val="10000"/>
                  </a:srgbClr>
                </a:gs>
                <a:gs pos="0">
                  <a:schemeClr val="bg1">
                    <a:alpha val="0"/>
                  </a:schemeClr>
                </a:gs>
                <a:gs pos="71424">
                  <a:srgbClr val="FFC000">
                    <a:alpha val="16000"/>
                  </a:srgbClr>
                </a:gs>
                <a:gs pos="100000">
                  <a:srgbClr val="FFC000">
                    <a:alpha val="3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914400" y="3663323"/>
            <a:ext cx="2319344" cy="2645402"/>
            <a:chOff x="914400" y="3663323"/>
            <a:chExt cx="2319344" cy="2645402"/>
          </a:xfrm>
        </p:grpSpPr>
        <p:sp>
          <p:nvSpPr>
            <p:cNvPr id="31" name="文本框 30"/>
            <p:cNvSpPr txBox="1"/>
            <p:nvPr/>
          </p:nvSpPr>
          <p:spPr>
            <a:xfrm>
              <a:off x="1212298" y="3768729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bullet placeholder 2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98381" y="4562979"/>
              <a:ext cx="2151382" cy="1363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200">
                  <a:solidFill>
                    <a:schemeClr val="accent1">
                      <a:lumMod val="50000"/>
                      <a:alpha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just" hangingPunct="0"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zh-CN" altLang="en-US" sz="1400" spc="100" dirty="0">
                  <a:solidFill>
                    <a:schemeClr val="tx2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template bullet placeholder 3</a:t>
              </a:r>
              <a:endParaRPr lang="en-US" altLang="zh-CN" sz="1400" spc="100" dirty="0">
                <a:solidFill>
                  <a:schemeClr val="tx2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14400" y="3663323"/>
              <a:ext cx="2319344" cy="2645402"/>
              <a:chOff x="1011484" y="3663323"/>
              <a:chExt cx="2319344" cy="2645402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3036282" y="6052531"/>
                <a:ext cx="181059" cy="181059"/>
                <a:chOff x="3036282" y="5895891"/>
                <a:chExt cx="181059" cy="181059"/>
              </a:xfrm>
            </p:grpSpPr>
            <p:sp>
              <p:nvSpPr>
                <p:cNvPr id="36" name="圆: 空心 35"/>
                <p:cNvSpPr/>
                <p:nvPr/>
              </p:nvSpPr>
              <p:spPr>
                <a:xfrm>
                  <a:off x="3036282" y="5895891"/>
                  <a:ext cx="181059" cy="181059"/>
                </a:xfrm>
                <a:prstGeom prst="donut">
                  <a:avLst>
                    <a:gd name="adj" fmla="val 10911"/>
                  </a:avLst>
                </a:prstGeom>
                <a:solidFill>
                  <a:srgbClr val="F7ED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" name="星形: 五角 36"/>
                <p:cNvSpPr/>
                <p:nvPr/>
              </p:nvSpPr>
              <p:spPr>
                <a:xfrm>
                  <a:off x="3074911" y="5934520"/>
                  <a:ext cx="103801" cy="103801"/>
                </a:xfrm>
                <a:prstGeom prst="star5">
                  <a:avLst/>
                </a:prstGeom>
                <a:solidFill>
                  <a:srgbClr val="F7ED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8" name="矩形: 圆角 37"/>
              <p:cNvSpPr/>
              <p:nvPr/>
            </p:nvSpPr>
            <p:spPr>
              <a:xfrm>
                <a:off x="1011484" y="3663323"/>
                <a:ext cx="2319344" cy="2645402"/>
              </a:xfrm>
              <a:prstGeom prst="roundRect">
                <a:avLst>
                  <a:gd name="adj" fmla="val 2264"/>
                </a:avLst>
              </a:prstGeom>
              <a:noFill/>
              <a:ln>
                <a:solidFill>
                  <a:srgbClr val="F2B2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932262" y="4200915"/>
              <a:ext cx="2283621" cy="152865"/>
              <a:chOff x="1047206" y="4200915"/>
              <a:chExt cx="2283621" cy="152865"/>
            </a:xfrm>
          </p:grpSpPr>
          <p:sp>
            <p:nvSpPr>
              <p:cNvPr id="39" name="星形: 五角 38"/>
              <p:cNvSpPr/>
              <p:nvPr/>
            </p:nvSpPr>
            <p:spPr>
              <a:xfrm>
                <a:off x="2046865" y="4200915"/>
                <a:ext cx="152865" cy="152865"/>
              </a:xfrm>
              <a:prstGeom prst="star5">
                <a:avLst/>
              </a:prstGeom>
              <a:solidFill>
                <a:srgbClr val="F7ED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 flipH="1">
                <a:off x="1047206" y="4277347"/>
                <a:ext cx="963930" cy="0"/>
              </a:xfrm>
              <a:prstGeom prst="line">
                <a:avLst/>
              </a:prstGeom>
              <a:ln w="3175">
                <a:gradFill>
                  <a:gsLst>
                    <a:gs pos="0">
                      <a:srgbClr val="F2B215"/>
                    </a:gs>
                    <a:gs pos="100000">
                      <a:srgbClr val="F7ED12">
                        <a:alpha val="0"/>
                      </a:srgb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2301669" y="4277347"/>
                <a:ext cx="1029158" cy="0"/>
              </a:xfrm>
              <a:prstGeom prst="line">
                <a:avLst/>
              </a:prstGeom>
              <a:ln w="3175">
                <a:gradFill>
                  <a:gsLst>
                    <a:gs pos="0">
                      <a:srgbClr val="F2B215"/>
                    </a:gs>
                    <a:gs pos="100000">
                      <a:srgbClr val="F7ED12">
                        <a:alpha val="0"/>
                      </a:srgb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组合 25"/>
          <p:cNvGrpSpPr/>
          <p:nvPr/>
        </p:nvGrpSpPr>
        <p:grpSpPr>
          <a:xfrm>
            <a:off x="3595685" y="3663323"/>
            <a:ext cx="2319344" cy="2645402"/>
            <a:chOff x="3730010" y="3663323"/>
            <a:chExt cx="2319344" cy="2645402"/>
          </a:xfrm>
        </p:grpSpPr>
        <p:sp>
          <p:nvSpPr>
            <p:cNvPr id="42" name="文本框 41"/>
            <p:cNvSpPr txBox="1"/>
            <p:nvPr/>
          </p:nvSpPr>
          <p:spPr>
            <a:xfrm>
              <a:off x="4027908" y="3768729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bullet placeholder 3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813991" y="4562979"/>
              <a:ext cx="2151382" cy="1363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200">
                  <a:solidFill>
                    <a:schemeClr val="accent1">
                      <a:lumMod val="50000"/>
                      <a:alpha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just" hangingPunct="0"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zh-CN" altLang="en-US" sz="1400" spc="100" dirty="0">
                  <a:solidFill>
                    <a:schemeClr val="tx2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template bullet placeholder 3</a:t>
              </a:r>
              <a:endParaRPr lang="en-US" altLang="zh-CN" sz="1400" spc="100" dirty="0">
                <a:solidFill>
                  <a:schemeClr val="tx2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3730010" y="3663323"/>
              <a:ext cx="2319344" cy="2645402"/>
              <a:chOff x="3730010" y="3663323"/>
              <a:chExt cx="2319344" cy="264540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754808" y="6052531"/>
                <a:ext cx="181059" cy="181059"/>
                <a:chOff x="5754808" y="5895891"/>
                <a:chExt cx="181059" cy="181059"/>
              </a:xfrm>
            </p:grpSpPr>
            <p:sp>
              <p:nvSpPr>
                <p:cNvPr id="44" name="圆: 空心 43"/>
                <p:cNvSpPr/>
                <p:nvPr/>
              </p:nvSpPr>
              <p:spPr>
                <a:xfrm>
                  <a:off x="5754808" y="5895891"/>
                  <a:ext cx="181059" cy="181059"/>
                </a:xfrm>
                <a:prstGeom prst="donut">
                  <a:avLst>
                    <a:gd name="adj" fmla="val 10911"/>
                  </a:avLst>
                </a:prstGeom>
                <a:solidFill>
                  <a:srgbClr val="F7ED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星形: 五角 44"/>
                <p:cNvSpPr/>
                <p:nvPr/>
              </p:nvSpPr>
              <p:spPr>
                <a:xfrm>
                  <a:off x="5793437" y="5934520"/>
                  <a:ext cx="103801" cy="103801"/>
                </a:xfrm>
                <a:prstGeom prst="star5">
                  <a:avLst/>
                </a:prstGeom>
                <a:solidFill>
                  <a:srgbClr val="F7ED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6" name="矩形: 圆角 45"/>
              <p:cNvSpPr/>
              <p:nvPr/>
            </p:nvSpPr>
            <p:spPr>
              <a:xfrm>
                <a:off x="3730010" y="3663323"/>
                <a:ext cx="2319344" cy="2645402"/>
              </a:xfrm>
              <a:prstGeom prst="roundRect">
                <a:avLst>
                  <a:gd name="adj" fmla="val 2264"/>
                </a:avLst>
              </a:prstGeom>
              <a:noFill/>
              <a:ln>
                <a:solidFill>
                  <a:srgbClr val="F2B2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3747872" y="4200915"/>
              <a:ext cx="2283621" cy="152865"/>
              <a:chOff x="3765732" y="4200915"/>
              <a:chExt cx="2283621" cy="152865"/>
            </a:xfrm>
          </p:grpSpPr>
          <p:sp>
            <p:nvSpPr>
              <p:cNvPr id="47" name="星形: 五角 46"/>
              <p:cNvSpPr/>
              <p:nvPr/>
            </p:nvSpPr>
            <p:spPr>
              <a:xfrm>
                <a:off x="4813249" y="4200915"/>
                <a:ext cx="152865" cy="152865"/>
              </a:xfrm>
              <a:prstGeom prst="star5">
                <a:avLst/>
              </a:prstGeom>
              <a:solidFill>
                <a:srgbClr val="F7ED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8" name="直接连接符 47"/>
              <p:cNvCxnSpPr/>
              <p:nvPr/>
            </p:nvCxnSpPr>
            <p:spPr>
              <a:xfrm flipH="1">
                <a:off x="3765732" y="4277347"/>
                <a:ext cx="963930" cy="0"/>
              </a:xfrm>
              <a:prstGeom prst="line">
                <a:avLst/>
              </a:prstGeom>
              <a:ln w="3175">
                <a:gradFill>
                  <a:gsLst>
                    <a:gs pos="0">
                      <a:srgbClr val="F2B215"/>
                    </a:gs>
                    <a:gs pos="100000">
                      <a:srgbClr val="F7ED12">
                        <a:alpha val="0"/>
                      </a:srgb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5020195" y="4277347"/>
                <a:ext cx="1029158" cy="0"/>
              </a:xfrm>
              <a:prstGeom prst="line">
                <a:avLst/>
              </a:prstGeom>
              <a:ln w="3175">
                <a:gradFill>
                  <a:gsLst>
                    <a:gs pos="0">
                      <a:srgbClr val="F2B215"/>
                    </a:gs>
                    <a:gs pos="100000">
                      <a:srgbClr val="F7ED12">
                        <a:alpha val="0"/>
                      </a:srgb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组合 23"/>
          <p:cNvGrpSpPr/>
          <p:nvPr/>
        </p:nvGrpSpPr>
        <p:grpSpPr>
          <a:xfrm>
            <a:off x="6276970" y="3663323"/>
            <a:ext cx="2319344" cy="2645402"/>
            <a:chOff x="6542706" y="3663323"/>
            <a:chExt cx="2319344" cy="2645402"/>
          </a:xfrm>
        </p:grpSpPr>
        <p:sp>
          <p:nvSpPr>
            <p:cNvPr id="50" name="文本框 49"/>
            <p:cNvSpPr txBox="1"/>
            <p:nvPr/>
          </p:nvSpPr>
          <p:spPr>
            <a:xfrm>
              <a:off x="6840604" y="3768729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bullet placeholder 3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626686" y="4562979"/>
              <a:ext cx="2151382" cy="1363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200">
                  <a:solidFill>
                    <a:schemeClr val="accent1">
                      <a:lumMod val="50000"/>
                      <a:alpha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just" hangingPunct="0"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zh-CN" altLang="en-US" sz="1400" spc="100" dirty="0">
                  <a:solidFill>
                    <a:schemeClr val="tx2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template bullet placeholder 3</a:t>
              </a:r>
              <a:endParaRPr lang="en-US" altLang="zh-CN" sz="1400" spc="100" dirty="0">
                <a:solidFill>
                  <a:schemeClr val="tx2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6542706" y="3663323"/>
              <a:ext cx="2319344" cy="2645402"/>
              <a:chOff x="6542706" y="3663323"/>
              <a:chExt cx="2319344" cy="2645402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8567504" y="6052531"/>
                <a:ext cx="181059" cy="181059"/>
                <a:chOff x="8567504" y="5895891"/>
                <a:chExt cx="181059" cy="181059"/>
              </a:xfrm>
            </p:grpSpPr>
            <p:sp>
              <p:nvSpPr>
                <p:cNvPr id="52" name="圆: 空心 51"/>
                <p:cNvSpPr/>
                <p:nvPr/>
              </p:nvSpPr>
              <p:spPr>
                <a:xfrm>
                  <a:off x="8567504" y="5895891"/>
                  <a:ext cx="181059" cy="181059"/>
                </a:xfrm>
                <a:prstGeom prst="donut">
                  <a:avLst>
                    <a:gd name="adj" fmla="val 10911"/>
                  </a:avLst>
                </a:prstGeom>
                <a:solidFill>
                  <a:srgbClr val="F7ED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星形: 五角 52"/>
                <p:cNvSpPr/>
                <p:nvPr/>
              </p:nvSpPr>
              <p:spPr>
                <a:xfrm>
                  <a:off x="8606133" y="5934520"/>
                  <a:ext cx="103801" cy="103801"/>
                </a:xfrm>
                <a:prstGeom prst="star5">
                  <a:avLst/>
                </a:prstGeom>
                <a:solidFill>
                  <a:srgbClr val="F7ED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4" name="矩形: 圆角 53"/>
              <p:cNvSpPr/>
              <p:nvPr/>
            </p:nvSpPr>
            <p:spPr>
              <a:xfrm>
                <a:off x="6542706" y="3663323"/>
                <a:ext cx="2319344" cy="2645402"/>
              </a:xfrm>
              <a:prstGeom prst="roundRect">
                <a:avLst>
                  <a:gd name="adj" fmla="val 2264"/>
                </a:avLst>
              </a:prstGeom>
              <a:noFill/>
              <a:ln>
                <a:solidFill>
                  <a:srgbClr val="F2B2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6560568" y="4200915"/>
              <a:ext cx="2283621" cy="152865"/>
              <a:chOff x="6578428" y="4200915"/>
              <a:chExt cx="2283621" cy="152865"/>
            </a:xfrm>
          </p:grpSpPr>
          <p:sp>
            <p:nvSpPr>
              <p:cNvPr id="55" name="星形: 五角 54"/>
              <p:cNvSpPr/>
              <p:nvPr/>
            </p:nvSpPr>
            <p:spPr>
              <a:xfrm>
                <a:off x="7625945" y="4200915"/>
                <a:ext cx="152865" cy="152865"/>
              </a:xfrm>
              <a:prstGeom prst="star5">
                <a:avLst/>
              </a:prstGeom>
              <a:solidFill>
                <a:srgbClr val="F7ED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6" name="直接连接符 55"/>
              <p:cNvCxnSpPr/>
              <p:nvPr/>
            </p:nvCxnSpPr>
            <p:spPr>
              <a:xfrm flipH="1">
                <a:off x="6578428" y="4277347"/>
                <a:ext cx="963930" cy="0"/>
              </a:xfrm>
              <a:prstGeom prst="line">
                <a:avLst/>
              </a:prstGeom>
              <a:ln w="3175">
                <a:gradFill>
                  <a:gsLst>
                    <a:gs pos="0">
                      <a:srgbClr val="F2B215"/>
                    </a:gs>
                    <a:gs pos="100000">
                      <a:srgbClr val="F7ED12">
                        <a:alpha val="0"/>
                      </a:srgb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7832891" y="4277347"/>
                <a:ext cx="1029158" cy="0"/>
              </a:xfrm>
              <a:prstGeom prst="line">
                <a:avLst/>
              </a:prstGeom>
              <a:ln w="3175">
                <a:gradFill>
                  <a:gsLst>
                    <a:gs pos="0">
                      <a:srgbClr val="F2B215"/>
                    </a:gs>
                    <a:gs pos="100000">
                      <a:srgbClr val="F7ED12">
                        <a:alpha val="0"/>
                      </a:srgb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组合 24"/>
          <p:cNvGrpSpPr/>
          <p:nvPr/>
        </p:nvGrpSpPr>
        <p:grpSpPr>
          <a:xfrm>
            <a:off x="8958256" y="3663323"/>
            <a:ext cx="2319344" cy="2645402"/>
            <a:chOff x="8958256" y="3663323"/>
            <a:chExt cx="2319344" cy="2645402"/>
          </a:xfrm>
        </p:grpSpPr>
        <p:sp>
          <p:nvSpPr>
            <p:cNvPr id="58" name="文本框 57"/>
            <p:cNvSpPr txBox="1"/>
            <p:nvPr/>
          </p:nvSpPr>
          <p:spPr>
            <a:xfrm>
              <a:off x="9256154" y="3768729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bullet placeholder 3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9042237" y="4562979"/>
              <a:ext cx="2151382" cy="1363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200">
                  <a:solidFill>
                    <a:schemeClr val="accent1">
                      <a:lumMod val="50000"/>
                      <a:alpha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just" hangingPunct="0"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zh-CN" altLang="en-US" sz="1400" spc="100" dirty="0">
                  <a:solidFill>
                    <a:schemeClr val="tx2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template bullet placeholder 3</a:t>
              </a:r>
              <a:endParaRPr lang="en-US" altLang="zh-CN" sz="1400" spc="100" dirty="0">
                <a:solidFill>
                  <a:schemeClr val="tx2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958256" y="3663323"/>
              <a:ext cx="2319344" cy="2645402"/>
              <a:chOff x="9345947" y="3663323"/>
              <a:chExt cx="2319344" cy="2645402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11370745" y="6052531"/>
                <a:ext cx="181059" cy="181059"/>
                <a:chOff x="11370745" y="5895891"/>
                <a:chExt cx="181059" cy="181059"/>
              </a:xfrm>
            </p:grpSpPr>
            <p:sp>
              <p:nvSpPr>
                <p:cNvPr id="60" name="圆: 空心 59"/>
                <p:cNvSpPr/>
                <p:nvPr/>
              </p:nvSpPr>
              <p:spPr>
                <a:xfrm>
                  <a:off x="11370745" y="5895891"/>
                  <a:ext cx="181059" cy="181059"/>
                </a:xfrm>
                <a:prstGeom prst="donut">
                  <a:avLst>
                    <a:gd name="adj" fmla="val 10911"/>
                  </a:avLst>
                </a:prstGeom>
                <a:solidFill>
                  <a:srgbClr val="F7ED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星形: 五角 60"/>
                <p:cNvSpPr/>
                <p:nvPr/>
              </p:nvSpPr>
              <p:spPr>
                <a:xfrm>
                  <a:off x="11409374" y="5934520"/>
                  <a:ext cx="103801" cy="103801"/>
                </a:xfrm>
                <a:prstGeom prst="star5">
                  <a:avLst/>
                </a:prstGeom>
                <a:solidFill>
                  <a:srgbClr val="F7ED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2" name="矩形: 圆角 61"/>
              <p:cNvSpPr/>
              <p:nvPr/>
            </p:nvSpPr>
            <p:spPr>
              <a:xfrm>
                <a:off x="9345947" y="3663323"/>
                <a:ext cx="2319344" cy="2645402"/>
              </a:xfrm>
              <a:prstGeom prst="roundRect">
                <a:avLst>
                  <a:gd name="adj" fmla="val 2264"/>
                </a:avLst>
              </a:prstGeom>
              <a:noFill/>
              <a:ln>
                <a:solidFill>
                  <a:srgbClr val="F2B2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8976118" y="4200915"/>
              <a:ext cx="2283621" cy="152865"/>
              <a:chOff x="9381669" y="4200915"/>
              <a:chExt cx="2283621" cy="152865"/>
            </a:xfrm>
          </p:grpSpPr>
          <p:sp>
            <p:nvSpPr>
              <p:cNvPr id="63" name="星形: 五角 62"/>
              <p:cNvSpPr/>
              <p:nvPr/>
            </p:nvSpPr>
            <p:spPr>
              <a:xfrm>
                <a:off x="10429186" y="4200915"/>
                <a:ext cx="152865" cy="152865"/>
              </a:xfrm>
              <a:prstGeom prst="star5">
                <a:avLst/>
              </a:prstGeom>
              <a:solidFill>
                <a:srgbClr val="F7ED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flipH="1">
                <a:off x="9381669" y="4277347"/>
                <a:ext cx="963930" cy="0"/>
              </a:xfrm>
              <a:prstGeom prst="line">
                <a:avLst/>
              </a:prstGeom>
              <a:ln w="3175">
                <a:gradFill>
                  <a:gsLst>
                    <a:gs pos="0">
                      <a:srgbClr val="F2B215"/>
                    </a:gs>
                    <a:gs pos="100000">
                      <a:srgbClr val="F7ED12">
                        <a:alpha val="0"/>
                      </a:srgb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10636132" y="4277347"/>
                <a:ext cx="1029158" cy="0"/>
              </a:xfrm>
              <a:prstGeom prst="line">
                <a:avLst/>
              </a:prstGeom>
              <a:ln w="3175">
                <a:gradFill>
                  <a:gsLst>
                    <a:gs pos="0">
                      <a:srgbClr val="F2B215"/>
                    </a:gs>
                    <a:gs pos="100000">
                      <a:srgbClr val="F7ED12">
                        <a:alpha val="0"/>
                      </a:srgb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椭圆 102"/>
          <p:cNvSpPr/>
          <p:nvPr/>
        </p:nvSpPr>
        <p:spPr>
          <a:xfrm>
            <a:off x="3813525" y="1643936"/>
            <a:ext cx="1883664" cy="1773936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44450">
            <a:gradFill>
              <a:gsLst>
                <a:gs pos="29000">
                  <a:srgbClr val="FFC000">
                    <a:alpha val="10000"/>
                  </a:srgbClr>
                </a:gs>
                <a:gs pos="0">
                  <a:schemeClr val="bg1">
                    <a:alpha val="0"/>
                  </a:schemeClr>
                </a:gs>
                <a:gs pos="71424">
                  <a:srgbClr val="FFC000">
                    <a:alpha val="16000"/>
                  </a:srgbClr>
                </a:gs>
                <a:gs pos="100000">
                  <a:srgbClr val="FFC000">
                    <a:alpha val="3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/>
          <p:cNvSpPr/>
          <p:nvPr/>
        </p:nvSpPr>
        <p:spPr>
          <a:xfrm>
            <a:off x="6494810" y="1620682"/>
            <a:ext cx="1883664" cy="1773936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41275">
            <a:gradFill>
              <a:gsLst>
                <a:gs pos="29000">
                  <a:srgbClr val="FFC000">
                    <a:alpha val="10000"/>
                  </a:srgbClr>
                </a:gs>
                <a:gs pos="0">
                  <a:schemeClr val="bg1">
                    <a:alpha val="0"/>
                  </a:schemeClr>
                </a:gs>
                <a:gs pos="71424">
                  <a:srgbClr val="FFC000">
                    <a:alpha val="16000"/>
                  </a:srgbClr>
                </a:gs>
                <a:gs pos="100000">
                  <a:srgbClr val="FFC000">
                    <a:alpha val="3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9176096" y="1672370"/>
            <a:ext cx="1883664" cy="1773936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41275">
            <a:gradFill>
              <a:gsLst>
                <a:gs pos="29000">
                  <a:srgbClr val="FFC000">
                    <a:alpha val="10000"/>
                  </a:srgbClr>
                </a:gs>
                <a:gs pos="0">
                  <a:schemeClr val="bg1">
                    <a:alpha val="0"/>
                  </a:schemeClr>
                </a:gs>
                <a:gs pos="71424">
                  <a:srgbClr val="FFC000">
                    <a:alpha val="16000"/>
                  </a:srgbClr>
                </a:gs>
                <a:gs pos="100000">
                  <a:srgbClr val="FFC000">
                    <a:alpha val="3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1226941" y="6312492"/>
            <a:ext cx="611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bullet placeholder 3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xtraShape1"/>
          <p:cNvSpPr/>
          <p:nvPr/>
        </p:nvSpPr>
        <p:spPr>
          <a:xfrm flipH="1">
            <a:off x="1485208" y="1948349"/>
            <a:ext cx="1663057" cy="1663056"/>
          </a:xfrm>
          <a:prstGeom prst="blockArc">
            <a:avLst>
              <a:gd name="adj1" fmla="val 16200000"/>
              <a:gd name="adj2" fmla="val 11759820"/>
              <a:gd name="adj3" fmla="val 46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ValueShape1"/>
          <p:cNvSpPr/>
          <p:nvPr/>
        </p:nvSpPr>
        <p:spPr>
          <a:xfrm>
            <a:off x="1563677" y="2026818"/>
            <a:ext cx="1506116" cy="1506116"/>
          </a:xfrm>
          <a:prstGeom prst="blockArc">
            <a:avLst>
              <a:gd name="adj1" fmla="val 16200000"/>
              <a:gd name="adj2" fmla="val 7560000"/>
              <a:gd name="adj3" fmla="val 72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ExtraShape2"/>
          <p:cNvSpPr/>
          <p:nvPr/>
        </p:nvSpPr>
        <p:spPr>
          <a:xfrm>
            <a:off x="1371980" y="1835121"/>
            <a:ext cx="1889511" cy="1889510"/>
          </a:xfrm>
          <a:prstGeom prst="blockArc">
            <a:avLst>
              <a:gd name="adj1" fmla="val 16200000"/>
              <a:gd name="adj2" fmla="val 11759820"/>
              <a:gd name="adj3" fmla="val 18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ValueText1"/>
          <p:cNvSpPr/>
          <p:nvPr/>
        </p:nvSpPr>
        <p:spPr>
          <a:xfrm>
            <a:off x="1987919" y="2633563"/>
            <a:ext cx="657631" cy="292621"/>
          </a:xfrm>
          <a:prstGeom prst="rect">
            <a:avLst/>
          </a:prstGeom>
        </p:spPr>
        <p:txBody>
          <a:bodyPr wrap="none" lIns="0" tIns="0" rIns="0" bIns="0" numCol="1" anchor="ctr" anchorCtr="1">
            <a:prstTxWarp prst="textPlain">
              <a:avLst/>
            </a:prstTxWarp>
            <a:normAutofit fontScale="2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Placeholder Title S04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349831" y="4046385"/>
            <a:ext cx="193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compare point A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223349" y="4423735"/>
            <a:ext cx="2186772" cy="11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200">
                <a:solidFill>
                  <a:schemeClr val="accent1">
                    <a:lumMod val="50000"/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hangingPunct="0"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compare point B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ExtraShape1"/>
          <p:cNvSpPr/>
          <p:nvPr/>
        </p:nvSpPr>
        <p:spPr>
          <a:xfrm flipH="1">
            <a:off x="4004718" y="1948348"/>
            <a:ext cx="1663057" cy="1663056"/>
          </a:xfrm>
          <a:prstGeom prst="blockArc">
            <a:avLst>
              <a:gd name="adj1" fmla="val 16200000"/>
              <a:gd name="adj2" fmla="val 11759820"/>
              <a:gd name="adj3" fmla="val 46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ValueShape2"/>
          <p:cNvSpPr/>
          <p:nvPr/>
        </p:nvSpPr>
        <p:spPr>
          <a:xfrm>
            <a:off x="4083187" y="2026817"/>
            <a:ext cx="1506116" cy="1506116"/>
          </a:xfrm>
          <a:prstGeom prst="blockArc">
            <a:avLst>
              <a:gd name="adj1" fmla="val 16200000"/>
              <a:gd name="adj2" fmla="val 9729513"/>
              <a:gd name="adj3" fmla="val 72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ExtraShape2"/>
          <p:cNvSpPr/>
          <p:nvPr/>
        </p:nvSpPr>
        <p:spPr>
          <a:xfrm>
            <a:off x="3891490" y="1835120"/>
            <a:ext cx="1889511" cy="1889510"/>
          </a:xfrm>
          <a:prstGeom prst="blockArc">
            <a:avLst>
              <a:gd name="adj1" fmla="val 16200000"/>
              <a:gd name="adj2" fmla="val 11759820"/>
              <a:gd name="adj3" fmla="val 18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ValueText2"/>
          <p:cNvSpPr/>
          <p:nvPr/>
        </p:nvSpPr>
        <p:spPr>
          <a:xfrm>
            <a:off x="4505573" y="2630475"/>
            <a:ext cx="657631" cy="292621"/>
          </a:xfrm>
          <a:prstGeom prst="rect">
            <a:avLst/>
          </a:prstGeom>
        </p:spPr>
        <p:txBody>
          <a:bodyPr wrap="none" lIns="0" tIns="0" rIns="0" bIns="0" numCol="1" anchor="ctr" anchorCtr="1">
            <a:prstTxWarp prst="textPlain">
              <a:avLst/>
            </a:prstTxWarp>
            <a:normAutofit fontScale="2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compare conclusion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869341" y="4046385"/>
            <a:ext cx="193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compare conclusion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742859" y="4423735"/>
            <a:ext cx="2186772" cy="11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200">
                <a:solidFill>
                  <a:schemeClr val="accent1">
                    <a:lumMod val="50000"/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hangingPunct="0"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compare conclusion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ExtraShape1"/>
          <p:cNvSpPr/>
          <p:nvPr/>
        </p:nvSpPr>
        <p:spPr>
          <a:xfrm flipH="1">
            <a:off x="6524227" y="1948348"/>
            <a:ext cx="1663057" cy="1663056"/>
          </a:xfrm>
          <a:prstGeom prst="blockArc">
            <a:avLst>
              <a:gd name="adj1" fmla="val 16200000"/>
              <a:gd name="adj2" fmla="val 11759820"/>
              <a:gd name="adj3" fmla="val 46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ValueShape3"/>
          <p:cNvSpPr/>
          <p:nvPr/>
        </p:nvSpPr>
        <p:spPr>
          <a:xfrm>
            <a:off x="6602696" y="2026817"/>
            <a:ext cx="1506116" cy="1506116"/>
          </a:xfrm>
          <a:prstGeom prst="blockArc">
            <a:avLst>
              <a:gd name="adj1" fmla="val 16200000"/>
              <a:gd name="adj2" fmla="val 5400000"/>
              <a:gd name="adj3" fmla="val 72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ExtraShape2"/>
          <p:cNvSpPr/>
          <p:nvPr/>
        </p:nvSpPr>
        <p:spPr>
          <a:xfrm>
            <a:off x="6411000" y="1835120"/>
            <a:ext cx="1889511" cy="1889510"/>
          </a:xfrm>
          <a:prstGeom prst="blockArc">
            <a:avLst>
              <a:gd name="adj1" fmla="val 16200000"/>
              <a:gd name="adj2" fmla="val 11759820"/>
              <a:gd name="adj3" fmla="val 18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ValueText3"/>
          <p:cNvSpPr/>
          <p:nvPr/>
        </p:nvSpPr>
        <p:spPr>
          <a:xfrm>
            <a:off x="7038928" y="2630474"/>
            <a:ext cx="657631" cy="292621"/>
          </a:xfrm>
          <a:prstGeom prst="rect">
            <a:avLst/>
          </a:prstGeom>
        </p:spPr>
        <p:txBody>
          <a:bodyPr wrap="none" lIns="0" tIns="0" rIns="0" bIns="0" numCol="1" anchor="ctr" anchorCtr="1">
            <a:prstTxWarp prst="textPlain">
              <a:avLst/>
            </a:prstTxWarp>
            <a:normAutofit fontScale="2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compare conclusion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388851" y="4002082"/>
            <a:ext cx="193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compare conclusion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262369" y="4423735"/>
            <a:ext cx="2186772" cy="11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200">
                <a:solidFill>
                  <a:schemeClr val="accent1">
                    <a:lumMod val="50000"/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hangingPunct="0"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compare conclusion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ExtraShape1"/>
          <p:cNvSpPr/>
          <p:nvPr/>
        </p:nvSpPr>
        <p:spPr>
          <a:xfrm flipH="1">
            <a:off x="9043738" y="1948348"/>
            <a:ext cx="1663057" cy="1663056"/>
          </a:xfrm>
          <a:prstGeom prst="blockArc">
            <a:avLst>
              <a:gd name="adj1" fmla="val 16200000"/>
              <a:gd name="adj2" fmla="val 11759820"/>
              <a:gd name="adj3" fmla="val 46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ValueShape4"/>
          <p:cNvSpPr/>
          <p:nvPr/>
        </p:nvSpPr>
        <p:spPr>
          <a:xfrm>
            <a:off x="9122207" y="2026817"/>
            <a:ext cx="1506116" cy="1506116"/>
          </a:xfrm>
          <a:prstGeom prst="blockArc">
            <a:avLst>
              <a:gd name="adj1" fmla="val 16200000"/>
              <a:gd name="adj2" fmla="val 11232000"/>
              <a:gd name="adj3" fmla="val 7200"/>
            </a:avLst>
          </a:prstGeom>
          <a:solidFill>
            <a:srgbClr val="A2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ExtraShape2"/>
          <p:cNvSpPr/>
          <p:nvPr/>
        </p:nvSpPr>
        <p:spPr>
          <a:xfrm>
            <a:off x="8930510" y="1835120"/>
            <a:ext cx="1889511" cy="1889510"/>
          </a:xfrm>
          <a:prstGeom prst="blockArc">
            <a:avLst>
              <a:gd name="adj1" fmla="val 16200000"/>
              <a:gd name="adj2" fmla="val 11759820"/>
              <a:gd name="adj3" fmla="val 18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ValueText4"/>
          <p:cNvSpPr/>
          <p:nvPr/>
        </p:nvSpPr>
        <p:spPr>
          <a:xfrm>
            <a:off x="9598077" y="2630473"/>
            <a:ext cx="657631" cy="292621"/>
          </a:xfrm>
          <a:prstGeom prst="rect">
            <a:avLst/>
          </a:prstGeom>
        </p:spPr>
        <p:txBody>
          <a:bodyPr wrap="none" lIns="0" tIns="0" rIns="0" bIns="0" numCol="1" anchor="ctr" anchorCtr="1">
            <a:prstTxWarp prst="textPlain">
              <a:avLst/>
            </a:prstTxWarp>
            <a:normAutofit fontScale="2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6000" b="1" dirty="0">
                <a:solidFill>
                  <a:srgbClr val="A2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compare conclusion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908361" y="3966857"/>
            <a:ext cx="193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A2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compare conclusion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781879" y="4423735"/>
            <a:ext cx="2186772" cy="11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200">
                <a:solidFill>
                  <a:schemeClr val="accent1">
                    <a:lumMod val="50000"/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hangingPunct="0"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compare conclusion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46100" y="923480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gradFill>
                  <a:gsLst>
                    <a:gs pos="100000">
                      <a:srgbClr val="C00000"/>
                    </a:gs>
                    <a:gs pos="0">
                      <a:srgbClr val="E40813"/>
                    </a:gs>
                  </a:gsLst>
                  <a:lin ang="5400000" scaled="1"/>
                </a:gra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template compare conclusion</a:t>
            </a:r>
            <a:r>
              <a:rPr lang="zh-CN" altLang="en-US" dirty="0"/>
              <a:t>template compare conclusion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1226941" y="6312492"/>
            <a:ext cx="611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compare conclusion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partures-flights_76443"/>
          <p:cNvSpPr>
            <a:spLocks noChangeAspect="1"/>
          </p:cNvSpPr>
          <p:nvPr/>
        </p:nvSpPr>
        <p:spPr bwMode="auto">
          <a:xfrm>
            <a:off x="1149857" y="2194302"/>
            <a:ext cx="262878" cy="256080"/>
          </a:xfrm>
          <a:custGeom>
            <a:avLst/>
            <a:gdLst>
              <a:gd name="T0" fmla="*/ 4187 w 4950"/>
              <a:gd name="T1" fmla="*/ 211 h 4829"/>
              <a:gd name="T2" fmla="*/ 3374 w 4950"/>
              <a:gd name="T3" fmla="*/ 65 h 4829"/>
              <a:gd name="T4" fmla="*/ 3123 w 4950"/>
              <a:gd name="T5" fmla="*/ 437 h 4829"/>
              <a:gd name="T6" fmla="*/ 2616 w 4950"/>
              <a:gd name="T7" fmla="*/ 591 h 4829"/>
              <a:gd name="T8" fmla="*/ 2450 w 4950"/>
              <a:gd name="T9" fmla="*/ 585 h 4829"/>
              <a:gd name="T10" fmla="*/ 1951 w 4950"/>
              <a:gd name="T11" fmla="*/ 737 h 4829"/>
              <a:gd name="T12" fmla="*/ 1776 w 4950"/>
              <a:gd name="T13" fmla="*/ 733 h 4829"/>
              <a:gd name="T14" fmla="*/ 1285 w 4950"/>
              <a:gd name="T15" fmla="*/ 884 h 4829"/>
              <a:gd name="T16" fmla="*/ 1121 w 4950"/>
              <a:gd name="T17" fmla="*/ 920 h 4829"/>
              <a:gd name="T18" fmla="*/ 621 w 4950"/>
              <a:gd name="T19" fmla="*/ 987 h 4829"/>
              <a:gd name="T20" fmla="*/ 0 w 4950"/>
              <a:gd name="T21" fmla="*/ 4166 h 4829"/>
              <a:gd name="T22" fmla="*/ 1070 w 4950"/>
              <a:gd name="T23" fmla="*/ 4001 h 4829"/>
              <a:gd name="T24" fmla="*/ 1226 w 4950"/>
              <a:gd name="T25" fmla="*/ 4818 h 4829"/>
              <a:gd name="T26" fmla="*/ 1252 w 4950"/>
              <a:gd name="T27" fmla="*/ 4829 h 4829"/>
              <a:gd name="T28" fmla="*/ 3385 w 4950"/>
              <a:gd name="T29" fmla="*/ 4230 h 4829"/>
              <a:gd name="T30" fmla="*/ 3498 w 4950"/>
              <a:gd name="T31" fmla="*/ 182 h 4829"/>
              <a:gd name="T32" fmla="*/ 3446 w 4950"/>
              <a:gd name="T33" fmla="*/ 394 h 4829"/>
              <a:gd name="T34" fmla="*/ 2835 w 4950"/>
              <a:gd name="T35" fmla="*/ 348 h 4829"/>
              <a:gd name="T36" fmla="*/ 2878 w 4950"/>
              <a:gd name="T37" fmla="*/ 535 h 4829"/>
              <a:gd name="T38" fmla="*/ 2825 w 4950"/>
              <a:gd name="T39" fmla="*/ 355 h 4829"/>
              <a:gd name="T40" fmla="*/ 2227 w 4950"/>
              <a:gd name="T41" fmla="*/ 554 h 4829"/>
              <a:gd name="T42" fmla="*/ 2116 w 4950"/>
              <a:gd name="T43" fmla="*/ 721 h 4829"/>
              <a:gd name="T44" fmla="*/ 1504 w 4950"/>
              <a:gd name="T45" fmla="*/ 680 h 4829"/>
              <a:gd name="T46" fmla="*/ 1644 w 4950"/>
              <a:gd name="T47" fmla="*/ 837 h 4829"/>
              <a:gd name="T48" fmla="*/ 1457 w 4950"/>
              <a:gd name="T49" fmla="*/ 804 h 4829"/>
              <a:gd name="T50" fmla="*/ 826 w 4950"/>
              <a:gd name="T51" fmla="*/ 854 h 4829"/>
              <a:gd name="T52" fmla="*/ 952 w 4950"/>
              <a:gd name="T53" fmla="*/ 957 h 4829"/>
              <a:gd name="T54" fmla="*/ 3342 w 4950"/>
              <a:gd name="T55" fmla="*/ 4069 h 4829"/>
              <a:gd name="T56" fmla="*/ 1246 w 4950"/>
              <a:gd name="T57" fmla="*/ 4032 h 4829"/>
              <a:gd name="T58" fmla="*/ 1209 w 4950"/>
              <a:gd name="T59" fmla="*/ 3855 h 4829"/>
              <a:gd name="T60" fmla="*/ 1014 w 4950"/>
              <a:gd name="T61" fmla="*/ 1436 h 4829"/>
              <a:gd name="T62" fmla="*/ 1679 w 4950"/>
              <a:gd name="T63" fmla="*/ 1270 h 4829"/>
              <a:gd name="T64" fmla="*/ 2344 w 4950"/>
              <a:gd name="T65" fmla="*/ 1104 h 4829"/>
              <a:gd name="T66" fmla="*/ 3009 w 4950"/>
              <a:gd name="T67" fmla="*/ 937 h 4829"/>
              <a:gd name="T68" fmla="*/ 3648 w 4950"/>
              <a:gd name="T69" fmla="*/ 515 h 4829"/>
              <a:gd name="T70" fmla="*/ 3834 w 4950"/>
              <a:gd name="T71" fmla="*/ 815 h 4829"/>
              <a:gd name="T72" fmla="*/ 3342 w 4950"/>
              <a:gd name="T73" fmla="*/ 4069 h 4829"/>
              <a:gd name="T74" fmla="*/ 1763 w 4950"/>
              <a:gd name="T75" fmla="*/ 2643 h 4829"/>
              <a:gd name="T76" fmla="*/ 2377 w 4950"/>
              <a:gd name="T77" fmla="*/ 2489 h 4829"/>
              <a:gd name="T78" fmla="*/ 2991 w 4950"/>
              <a:gd name="T79" fmla="*/ 2335 h 4829"/>
              <a:gd name="T80" fmla="*/ 3605 w 4950"/>
              <a:gd name="T81" fmla="*/ 2181 h 4829"/>
              <a:gd name="T82" fmla="*/ 3415 w 4950"/>
              <a:gd name="T83" fmla="*/ 2763 h 4829"/>
              <a:gd name="T84" fmla="*/ 3504 w 4950"/>
              <a:gd name="T85" fmla="*/ 2205 h 4829"/>
              <a:gd name="T86" fmla="*/ 4219 w 4950"/>
              <a:gd name="T87" fmla="*/ 2028 h 4829"/>
              <a:gd name="T88" fmla="*/ 2446 w 4950"/>
              <a:gd name="T89" fmla="*/ 2352 h 4829"/>
              <a:gd name="T90" fmla="*/ 2446 w 4950"/>
              <a:gd name="T91" fmla="*/ 2352 h 4829"/>
              <a:gd name="T92" fmla="*/ 3498 w 4950"/>
              <a:gd name="T93" fmla="*/ 1788 h 4829"/>
              <a:gd name="T94" fmla="*/ 3557 w 4950"/>
              <a:gd name="T95" fmla="*/ 2078 h 4829"/>
              <a:gd name="T96" fmla="*/ 4059 w 4950"/>
              <a:gd name="T97" fmla="*/ 1415 h 4829"/>
              <a:gd name="T98" fmla="*/ 3559 w 4950"/>
              <a:gd name="T99" fmla="*/ 1564 h 4829"/>
              <a:gd name="T100" fmla="*/ 4059 w 4950"/>
              <a:gd name="T101" fmla="*/ 1415 h 4829"/>
              <a:gd name="T102" fmla="*/ 1537 w 4950"/>
              <a:gd name="T103" fmla="*/ 3885 h 4829"/>
              <a:gd name="T104" fmla="*/ 1498 w 4950"/>
              <a:gd name="T105" fmla="*/ 3726 h 4829"/>
              <a:gd name="T106" fmla="*/ 2009 w 4950"/>
              <a:gd name="T107" fmla="*/ 3620 h 4829"/>
              <a:gd name="T108" fmla="*/ 2652 w 4950"/>
              <a:gd name="T109" fmla="*/ 3587 h 4829"/>
              <a:gd name="T110" fmla="*/ 2144 w 4950"/>
              <a:gd name="T111" fmla="*/ 3704 h 4829"/>
              <a:gd name="T112" fmla="*/ 2107 w 4950"/>
              <a:gd name="T113" fmla="*/ 3548 h 4829"/>
              <a:gd name="T114" fmla="*/ 2618 w 4950"/>
              <a:gd name="T115" fmla="*/ 3441 h 4829"/>
              <a:gd name="T116" fmla="*/ 2652 w 4950"/>
              <a:gd name="T117" fmla="*/ 3587 h 4829"/>
              <a:gd name="T118" fmla="*/ 3141 w 4950"/>
              <a:gd name="T119" fmla="*/ 3487 h 4829"/>
              <a:gd name="T120" fmla="*/ 2749 w 4950"/>
              <a:gd name="T121" fmla="*/ 3512 h 4829"/>
              <a:gd name="T122" fmla="*/ 2715 w 4950"/>
              <a:gd name="T123" fmla="*/ 3370 h 4829"/>
              <a:gd name="T124" fmla="*/ 3226 w 4950"/>
              <a:gd name="T125" fmla="*/ 3263 h 4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950" h="4829">
                <a:moveTo>
                  <a:pt x="4950" y="3794"/>
                </a:moveTo>
                <a:lnTo>
                  <a:pt x="4917" y="3641"/>
                </a:lnTo>
                <a:lnTo>
                  <a:pt x="4223" y="379"/>
                </a:lnTo>
                <a:lnTo>
                  <a:pt x="4187" y="211"/>
                </a:lnTo>
                <a:lnTo>
                  <a:pt x="4020" y="252"/>
                </a:lnTo>
                <a:lnTo>
                  <a:pt x="3805" y="305"/>
                </a:lnTo>
                <a:cubicBezTo>
                  <a:pt x="3768" y="209"/>
                  <a:pt x="3710" y="123"/>
                  <a:pt x="3626" y="62"/>
                </a:cubicBezTo>
                <a:cubicBezTo>
                  <a:pt x="3547" y="4"/>
                  <a:pt x="3450" y="0"/>
                  <a:pt x="3374" y="65"/>
                </a:cubicBezTo>
                <a:cubicBezTo>
                  <a:pt x="3287" y="140"/>
                  <a:pt x="3278" y="286"/>
                  <a:pt x="3281" y="402"/>
                </a:cubicBezTo>
                <a:cubicBezTo>
                  <a:pt x="3281" y="413"/>
                  <a:pt x="3281" y="424"/>
                  <a:pt x="3282" y="434"/>
                </a:cubicBezTo>
                <a:lnTo>
                  <a:pt x="3139" y="469"/>
                </a:lnTo>
                <a:cubicBezTo>
                  <a:pt x="3135" y="458"/>
                  <a:pt x="3128" y="448"/>
                  <a:pt x="3123" y="437"/>
                </a:cubicBezTo>
                <a:cubicBezTo>
                  <a:pt x="3086" y="355"/>
                  <a:pt x="3034" y="281"/>
                  <a:pt x="2961" y="228"/>
                </a:cubicBezTo>
                <a:cubicBezTo>
                  <a:pt x="2882" y="170"/>
                  <a:pt x="2785" y="166"/>
                  <a:pt x="2709" y="232"/>
                </a:cubicBezTo>
                <a:cubicBezTo>
                  <a:pt x="2627" y="303"/>
                  <a:pt x="2614" y="436"/>
                  <a:pt x="2615" y="549"/>
                </a:cubicBezTo>
                <a:cubicBezTo>
                  <a:pt x="2615" y="563"/>
                  <a:pt x="2616" y="577"/>
                  <a:pt x="2616" y="591"/>
                </a:cubicBezTo>
                <a:cubicBezTo>
                  <a:pt x="2616" y="593"/>
                  <a:pt x="2616" y="595"/>
                  <a:pt x="2616" y="598"/>
                </a:cubicBezTo>
                <a:lnTo>
                  <a:pt x="2473" y="633"/>
                </a:lnTo>
                <a:cubicBezTo>
                  <a:pt x="2471" y="630"/>
                  <a:pt x="2469" y="627"/>
                  <a:pt x="2468" y="624"/>
                </a:cubicBezTo>
                <a:cubicBezTo>
                  <a:pt x="2463" y="610"/>
                  <a:pt x="2456" y="598"/>
                  <a:pt x="2450" y="585"/>
                </a:cubicBezTo>
                <a:cubicBezTo>
                  <a:pt x="2413" y="511"/>
                  <a:pt x="2364" y="444"/>
                  <a:pt x="2296" y="395"/>
                </a:cubicBezTo>
                <a:cubicBezTo>
                  <a:pt x="2216" y="337"/>
                  <a:pt x="2120" y="333"/>
                  <a:pt x="2044" y="398"/>
                </a:cubicBezTo>
                <a:cubicBezTo>
                  <a:pt x="1967" y="465"/>
                  <a:pt x="1951" y="587"/>
                  <a:pt x="1950" y="695"/>
                </a:cubicBezTo>
                <a:cubicBezTo>
                  <a:pt x="1950" y="709"/>
                  <a:pt x="1950" y="723"/>
                  <a:pt x="1951" y="737"/>
                </a:cubicBezTo>
                <a:cubicBezTo>
                  <a:pt x="1951" y="746"/>
                  <a:pt x="1951" y="753"/>
                  <a:pt x="1951" y="761"/>
                </a:cubicBezTo>
                <a:lnTo>
                  <a:pt x="1806" y="797"/>
                </a:lnTo>
                <a:cubicBezTo>
                  <a:pt x="1803" y="788"/>
                  <a:pt x="1798" y="780"/>
                  <a:pt x="1794" y="772"/>
                </a:cubicBezTo>
                <a:cubicBezTo>
                  <a:pt x="1788" y="759"/>
                  <a:pt x="1783" y="746"/>
                  <a:pt x="1776" y="733"/>
                </a:cubicBezTo>
                <a:cubicBezTo>
                  <a:pt x="1740" y="666"/>
                  <a:pt x="1693" y="606"/>
                  <a:pt x="1631" y="561"/>
                </a:cubicBezTo>
                <a:cubicBezTo>
                  <a:pt x="1551" y="503"/>
                  <a:pt x="1455" y="499"/>
                  <a:pt x="1379" y="564"/>
                </a:cubicBezTo>
                <a:cubicBezTo>
                  <a:pt x="1306" y="627"/>
                  <a:pt x="1288" y="738"/>
                  <a:pt x="1286" y="841"/>
                </a:cubicBezTo>
                <a:cubicBezTo>
                  <a:pt x="1285" y="856"/>
                  <a:pt x="1285" y="870"/>
                  <a:pt x="1285" y="884"/>
                </a:cubicBezTo>
                <a:cubicBezTo>
                  <a:pt x="1285" y="898"/>
                  <a:pt x="1286" y="912"/>
                  <a:pt x="1286" y="925"/>
                </a:cubicBezTo>
                <a:lnTo>
                  <a:pt x="1249" y="934"/>
                </a:lnTo>
                <a:lnTo>
                  <a:pt x="1139" y="958"/>
                </a:lnTo>
                <a:cubicBezTo>
                  <a:pt x="1133" y="945"/>
                  <a:pt x="1127" y="933"/>
                  <a:pt x="1121" y="920"/>
                </a:cubicBezTo>
                <a:cubicBezTo>
                  <a:pt x="1114" y="907"/>
                  <a:pt x="1109" y="894"/>
                  <a:pt x="1102" y="881"/>
                </a:cubicBezTo>
                <a:cubicBezTo>
                  <a:pt x="1067" y="821"/>
                  <a:pt x="1023" y="769"/>
                  <a:pt x="966" y="727"/>
                </a:cubicBezTo>
                <a:cubicBezTo>
                  <a:pt x="886" y="670"/>
                  <a:pt x="790" y="665"/>
                  <a:pt x="714" y="731"/>
                </a:cubicBezTo>
                <a:cubicBezTo>
                  <a:pt x="646" y="789"/>
                  <a:pt x="626" y="890"/>
                  <a:pt x="621" y="987"/>
                </a:cubicBezTo>
                <a:cubicBezTo>
                  <a:pt x="621" y="1001"/>
                  <a:pt x="620" y="1016"/>
                  <a:pt x="620" y="1030"/>
                </a:cubicBezTo>
                <a:cubicBezTo>
                  <a:pt x="620" y="1044"/>
                  <a:pt x="620" y="1058"/>
                  <a:pt x="620" y="1072"/>
                </a:cubicBezTo>
                <a:lnTo>
                  <a:pt x="299" y="1143"/>
                </a:lnTo>
                <a:lnTo>
                  <a:pt x="0" y="4166"/>
                </a:lnTo>
                <a:lnTo>
                  <a:pt x="1040" y="3861"/>
                </a:lnTo>
                <a:lnTo>
                  <a:pt x="1049" y="3901"/>
                </a:lnTo>
                <a:lnTo>
                  <a:pt x="1057" y="3942"/>
                </a:lnTo>
                <a:lnTo>
                  <a:pt x="1070" y="4001"/>
                </a:lnTo>
                <a:lnTo>
                  <a:pt x="228" y="4268"/>
                </a:lnTo>
                <a:lnTo>
                  <a:pt x="4" y="4339"/>
                </a:lnTo>
                <a:lnTo>
                  <a:pt x="222" y="4425"/>
                </a:lnTo>
                <a:lnTo>
                  <a:pt x="1226" y="4818"/>
                </a:lnTo>
                <a:lnTo>
                  <a:pt x="1243" y="4825"/>
                </a:lnTo>
                <a:lnTo>
                  <a:pt x="1243" y="4826"/>
                </a:lnTo>
                <a:lnTo>
                  <a:pt x="1245" y="4826"/>
                </a:lnTo>
                <a:lnTo>
                  <a:pt x="1252" y="4829"/>
                </a:lnTo>
                <a:lnTo>
                  <a:pt x="1279" y="4821"/>
                </a:lnTo>
                <a:lnTo>
                  <a:pt x="3307" y="4253"/>
                </a:lnTo>
                <a:lnTo>
                  <a:pt x="3386" y="4231"/>
                </a:lnTo>
                <a:lnTo>
                  <a:pt x="3385" y="4230"/>
                </a:lnTo>
                <a:lnTo>
                  <a:pt x="4799" y="3836"/>
                </a:lnTo>
                <a:lnTo>
                  <a:pt x="4950" y="3794"/>
                </a:lnTo>
                <a:close/>
                <a:moveTo>
                  <a:pt x="3486" y="189"/>
                </a:moveTo>
                <a:cubicBezTo>
                  <a:pt x="3494" y="180"/>
                  <a:pt x="3494" y="181"/>
                  <a:pt x="3498" y="182"/>
                </a:cubicBezTo>
                <a:cubicBezTo>
                  <a:pt x="3519" y="186"/>
                  <a:pt x="3537" y="200"/>
                  <a:pt x="3558" y="221"/>
                </a:cubicBezTo>
                <a:cubicBezTo>
                  <a:pt x="3588" y="251"/>
                  <a:pt x="3612" y="287"/>
                  <a:pt x="3632" y="325"/>
                </a:cubicBezTo>
                <a:cubicBezTo>
                  <a:pt x="3635" y="332"/>
                  <a:pt x="3639" y="339"/>
                  <a:pt x="3642" y="346"/>
                </a:cubicBezTo>
                <a:lnTo>
                  <a:pt x="3446" y="394"/>
                </a:lnTo>
                <a:cubicBezTo>
                  <a:pt x="3446" y="385"/>
                  <a:pt x="3446" y="375"/>
                  <a:pt x="3446" y="366"/>
                </a:cubicBezTo>
                <a:cubicBezTo>
                  <a:pt x="3446" y="299"/>
                  <a:pt x="3453" y="227"/>
                  <a:pt x="3486" y="189"/>
                </a:cubicBezTo>
                <a:close/>
                <a:moveTo>
                  <a:pt x="2825" y="355"/>
                </a:moveTo>
                <a:cubicBezTo>
                  <a:pt x="2833" y="346"/>
                  <a:pt x="2831" y="347"/>
                  <a:pt x="2835" y="348"/>
                </a:cubicBezTo>
                <a:cubicBezTo>
                  <a:pt x="2856" y="352"/>
                  <a:pt x="2872" y="367"/>
                  <a:pt x="2894" y="387"/>
                </a:cubicBezTo>
                <a:cubicBezTo>
                  <a:pt x="2919" y="413"/>
                  <a:pt x="2939" y="442"/>
                  <a:pt x="2957" y="474"/>
                </a:cubicBezTo>
                <a:cubicBezTo>
                  <a:pt x="2963" y="485"/>
                  <a:pt x="2970" y="497"/>
                  <a:pt x="2976" y="509"/>
                </a:cubicBezTo>
                <a:lnTo>
                  <a:pt x="2878" y="535"/>
                </a:lnTo>
                <a:lnTo>
                  <a:pt x="2798" y="557"/>
                </a:lnTo>
                <a:lnTo>
                  <a:pt x="2798" y="555"/>
                </a:lnTo>
                <a:cubicBezTo>
                  <a:pt x="2798" y="541"/>
                  <a:pt x="2789" y="527"/>
                  <a:pt x="2789" y="512"/>
                </a:cubicBezTo>
                <a:cubicBezTo>
                  <a:pt x="2791" y="451"/>
                  <a:pt x="2795" y="390"/>
                  <a:pt x="2825" y="355"/>
                </a:cubicBezTo>
                <a:close/>
                <a:moveTo>
                  <a:pt x="2117" y="658"/>
                </a:moveTo>
                <a:cubicBezTo>
                  <a:pt x="2120" y="604"/>
                  <a:pt x="2129" y="552"/>
                  <a:pt x="2156" y="521"/>
                </a:cubicBezTo>
                <a:cubicBezTo>
                  <a:pt x="2164" y="512"/>
                  <a:pt x="2164" y="514"/>
                  <a:pt x="2168" y="514"/>
                </a:cubicBezTo>
                <a:cubicBezTo>
                  <a:pt x="2189" y="518"/>
                  <a:pt x="2206" y="533"/>
                  <a:pt x="2227" y="554"/>
                </a:cubicBezTo>
                <a:cubicBezTo>
                  <a:pt x="2248" y="574"/>
                  <a:pt x="2265" y="597"/>
                  <a:pt x="2281" y="622"/>
                </a:cubicBezTo>
                <a:cubicBezTo>
                  <a:pt x="2289" y="634"/>
                  <a:pt x="2296" y="647"/>
                  <a:pt x="2302" y="660"/>
                </a:cubicBezTo>
                <a:cubicBezTo>
                  <a:pt x="2305" y="664"/>
                  <a:pt x="2308" y="668"/>
                  <a:pt x="2310" y="673"/>
                </a:cubicBezTo>
                <a:lnTo>
                  <a:pt x="2116" y="721"/>
                </a:lnTo>
                <a:cubicBezTo>
                  <a:pt x="2116" y="714"/>
                  <a:pt x="2116" y="708"/>
                  <a:pt x="2116" y="701"/>
                </a:cubicBezTo>
                <a:cubicBezTo>
                  <a:pt x="2116" y="687"/>
                  <a:pt x="2116" y="672"/>
                  <a:pt x="2117" y="658"/>
                </a:cubicBezTo>
                <a:close/>
                <a:moveTo>
                  <a:pt x="1493" y="688"/>
                </a:moveTo>
                <a:cubicBezTo>
                  <a:pt x="1501" y="679"/>
                  <a:pt x="1500" y="680"/>
                  <a:pt x="1504" y="680"/>
                </a:cubicBezTo>
                <a:cubicBezTo>
                  <a:pt x="1525" y="685"/>
                  <a:pt x="1542" y="699"/>
                  <a:pt x="1563" y="720"/>
                </a:cubicBezTo>
                <a:cubicBezTo>
                  <a:pt x="1579" y="735"/>
                  <a:pt x="1592" y="753"/>
                  <a:pt x="1605" y="771"/>
                </a:cubicBezTo>
                <a:cubicBezTo>
                  <a:pt x="1613" y="783"/>
                  <a:pt x="1620" y="796"/>
                  <a:pt x="1627" y="808"/>
                </a:cubicBezTo>
                <a:cubicBezTo>
                  <a:pt x="1633" y="818"/>
                  <a:pt x="1639" y="827"/>
                  <a:pt x="1644" y="837"/>
                </a:cubicBezTo>
                <a:cubicBezTo>
                  <a:pt x="1644" y="838"/>
                  <a:pt x="1644" y="839"/>
                  <a:pt x="1645" y="840"/>
                </a:cubicBezTo>
                <a:lnTo>
                  <a:pt x="1468" y="884"/>
                </a:lnTo>
                <a:cubicBezTo>
                  <a:pt x="1468" y="872"/>
                  <a:pt x="1459" y="860"/>
                  <a:pt x="1459" y="847"/>
                </a:cubicBezTo>
                <a:cubicBezTo>
                  <a:pt x="1460" y="832"/>
                  <a:pt x="1456" y="818"/>
                  <a:pt x="1457" y="804"/>
                </a:cubicBezTo>
                <a:cubicBezTo>
                  <a:pt x="1462" y="758"/>
                  <a:pt x="1470" y="714"/>
                  <a:pt x="1493" y="688"/>
                </a:cubicBezTo>
                <a:close/>
                <a:moveTo>
                  <a:pt x="787" y="993"/>
                </a:moveTo>
                <a:cubicBezTo>
                  <a:pt x="787" y="978"/>
                  <a:pt x="788" y="964"/>
                  <a:pt x="790" y="949"/>
                </a:cubicBezTo>
                <a:cubicBezTo>
                  <a:pt x="796" y="911"/>
                  <a:pt x="806" y="877"/>
                  <a:pt x="826" y="854"/>
                </a:cubicBezTo>
                <a:cubicBezTo>
                  <a:pt x="833" y="845"/>
                  <a:pt x="834" y="846"/>
                  <a:pt x="837" y="847"/>
                </a:cubicBezTo>
                <a:cubicBezTo>
                  <a:pt x="858" y="851"/>
                  <a:pt x="876" y="865"/>
                  <a:pt x="897" y="886"/>
                </a:cubicBezTo>
                <a:cubicBezTo>
                  <a:pt x="908" y="896"/>
                  <a:pt x="916" y="908"/>
                  <a:pt x="925" y="920"/>
                </a:cubicBezTo>
                <a:cubicBezTo>
                  <a:pt x="935" y="932"/>
                  <a:pt x="944" y="944"/>
                  <a:pt x="952" y="957"/>
                </a:cubicBezTo>
                <a:cubicBezTo>
                  <a:pt x="960" y="969"/>
                  <a:pt x="967" y="981"/>
                  <a:pt x="973" y="994"/>
                </a:cubicBezTo>
                <a:lnTo>
                  <a:pt x="786" y="1036"/>
                </a:lnTo>
                <a:cubicBezTo>
                  <a:pt x="786" y="1021"/>
                  <a:pt x="786" y="1007"/>
                  <a:pt x="787" y="993"/>
                </a:cubicBezTo>
                <a:close/>
                <a:moveTo>
                  <a:pt x="3342" y="4069"/>
                </a:moveTo>
                <a:lnTo>
                  <a:pt x="3302" y="4080"/>
                </a:lnTo>
                <a:lnTo>
                  <a:pt x="3262" y="4092"/>
                </a:lnTo>
                <a:lnTo>
                  <a:pt x="1370" y="4619"/>
                </a:lnTo>
                <a:lnTo>
                  <a:pt x="1246" y="4032"/>
                </a:lnTo>
                <a:lnTo>
                  <a:pt x="1238" y="3992"/>
                </a:lnTo>
                <a:lnTo>
                  <a:pt x="1229" y="3951"/>
                </a:lnTo>
                <a:lnTo>
                  <a:pt x="1217" y="3896"/>
                </a:lnTo>
                <a:lnTo>
                  <a:pt x="1209" y="3855"/>
                </a:lnTo>
                <a:lnTo>
                  <a:pt x="1200" y="3814"/>
                </a:lnTo>
                <a:lnTo>
                  <a:pt x="660" y="1250"/>
                </a:lnTo>
                <a:lnTo>
                  <a:pt x="1024" y="1160"/>
                </a:lnTo>
                <a:cubicBezTo>
                  <a:pt x="1038" y="1254"/>
                  <a:pt x="1033" y="1352"/>
                  <a:pt x="1014" y="1436"/>
                </a:cubicBezTo>
                <a:cubicBezTo>
                  <a:pt x="990" y="1540"/>
                  <a:pt x="1150" y="1585"/>
                  <a:pt x="1174" y="1480"/>
                </a:cubicBezTo>
                <a:cubicBezTo>
                  <a:pt x="1199" y="1371"/>
                  <a:pt x="1204" y="1243"/>
                  <a:pt x="1184" y="1121"/>
                </a:cubicBezTo>
                <a:lnTo>
                  <a:pt x="1689" y="997"/>
                </a:lnTo>
                <a:cubicBezTo>
                  <a:pt x="1703" y="1090"/>
                  <a:pt x="1698" y="1187"/>
                  <a:pt x="1679" y="1270"/>
                </a:cubicBezTo>
                <a:cubicBezTo>
                  <a:pt x="1655" y="1374"/>
                  <a:pt x="1815" y="1418"/>
                  <a:pt x="1839" y="1314"/>
                </a:cubicBezTo>
                <a:cubicBezTo>
                  <a:pt x="1864" y="1205"/>
                  <a:pt x="1869" y="1079"/>
                  <a:pt x="1849" y="958"/>
                </a:cubicBezTo>
                <a:lnTo>
                  <a:pt x="2355" y="833"/>
                </a:lnTo>
                <a:cubicBezTo>
                  <a:pt x="2368" y="926"/>
                  <a:pt x="2363" y="1021"/>
                  <a:pt x="2344" y="1104"/>
                </a:cubicBezTo>
                <a:cubicBezTo>
                  <a:pt x="2320" y="1208"/>
                  <a:pt x="2480" y="1252"/>
                  <a:pt x="2504" y="1148"/>
                </a:cubicBezTo>
                <a:cubicBezTo>
                  <a:pt x="2529" y="1040"/>
                  <a:pt x="2534" y="915"/>
                  <a:pt x="2515" y="794"/>
                </a:cubicBezTo>
                <a:lnTo>
                  <a:pt x="3020" y="670"/>
                </a:lnTo>
                <a:cubicBezTo>
                  <a:pt x="3033" y="761"/>
                  <a:pt x="3028" y="856"/>
                  <a:pt x="3009" y="937"/>
                </a:cubicBezTo>
                <a:cubicBezTo>
                  <a:pt x="2985" y="1042"/>
                  <a:pt x="3145" y="1086"/>
                  <a:pt x="3169" y="982"/>
                </a:cubicBezTo>
                <a:cubicBezTo>
                  <a:pt x="3194" y="874"/>
                  <a:pt x="3199" y="750"/>
                  <a:pt x="3180" y="630"/>
                </a:cubicBezTo>
                <a:lnTo>
                  <a:pt x="3606" y="526"/>
                </a:lnTo>
                <a:lnTo>
                  <a:pt x="3648" y="515"/>
                </a:lnTo>
                <a:lnTo>
                  <a:pt x="3686" y="506"/>
                </a:lnTo>
                <a:cubicBezTo>
                  <a:pt x="3687" y="515"/>
                  <a:pt x="3688" y="524"/>
                  <a:pt x="3689" y="532"/>
                </a:cubicBezTo>
                <a:cubicBezTo>
                  <a:pt x="3697" y="615"/>
                  <a:pt x="3691" y="698"/>
                  <a:pt x="3674" y="771"/>
                </a:cubicBezTo>
                <a:cubicBezTo>
                  <a:pt x="3650" y="876"/>
                  <a:pt x="3810" y="920"/>
                  <a:pt x="3834" y="815"/>
                </a:cubicBezTo>
                <a:cubicBezTo>
                  <a:pt x="3859" y="709"/>
                  <a:pt x="3864" y="586"/>
                  <a:pt x="3846" y="467"/>
                </a:cubicBezTo>
                <a:lnTo>
                  <a:pt x="4061" y="414"/>
                </a:lnTo>
                <a:lnTo>
                  <a:pt x="4755" y="3676"/>
                </a:lnTo>
                <a:lnTo>
                  <a:pt x="3342" y="4069"/>
                </a:lnTo>
                <a:close/>
                <a:moveTo>
                  <a:pt x="1884" y="3150"/>
                </a:moveTo>
                <a:lnTo>
                  <a:pt x="1377" y="3272"/>
                </a:lnTo>
                <a:lnTo>
                  <a:pt x="1255" y="2765"/>
                </a:lnTo>
                <a:lnTo>
                  <a:pt x="1763" y="2643"/>
                </a:lnTo>
                <a:lnTo>
                  <a:pt x="1884" y="3150"/>
                </a:lnTo>
                <a:close/>
                <a:moveTo>
                  <a:pt x="1991" y="3118"/>
                </a:moveTo>
                <a:lnTo>
                  <a:pt x="1870" y="2611"/>
                </a:lnTo>
                <a:lnTo>
                  <a:pt x="2377" y="2489"/>
                </a:lnTo>
                <a:lnTo>
                  <a:pt x="2499" y="2996"/>
                </a:lnTo>
                <a:lnTo>
                  <a:pt x="1991" y="3118"/>
                </a:lnTo>
                <a:close/>
                <a:moveTo>
                  <a:pt x="2483" y="2457"/>
                </a:moveTo>
                <a:lnTo>
                  <a:pt x="2991" y="2335"/>
                </a:lnTo>
                <a:lnTo>
                  <a:pt x="3112" y="2842"/>
                </a:lnTo>
                <a:lnTo>
                  <a:pt x="2605" y="2964"/>
                </a:lnTo>
                <a:lnTo>
                  <a:pt x="2483" y="2457"/>
                </a:lnTo>
                <a:close/>
                <a:moveTo>
                  <a:pt x="3605" y="2181"/>
                </a:moveTo>
                <a:lnTo>
                  <a:pt x="3727" y="2689"/>
                </a:lnTo>
                <a:lnTo>
                  <a:pt x="3500" y="2743"/>
                </a:lnTo>
                <a:lnTo>
                  <a:pt x="3458" y="2753"/>
                </a:lnTo>
                <a:lnTo>
                  <a:pt x="3415" y="2763"/>
                </a:lnTo>
                <a:lnTo>
                  <a:pt x="3219" y="2810"/>
                </a:lnTo>
                <a:lnTo>
                  <a:pt x="3098" y="2303"/>
                </a:lnTo>
                <a:lnTo>
                  <a:pt x="3462" y="2216"/>
                </a:lnTo>
                <a:lnTo>
                  <a:pt x="3504" y="2205"/>
                </a:lnTo>
                <a:lnTo>
                  <a:pt x="3547" y="2195"/>
                </a:lnTo>
                <a:lnTo>
                  <a:pt x="3605" y="2181"/>
                </a:lnTo>
                <a:close/>
                <a:moveTo>
                  <a:pt x="3712" y="2149"/>
                </a:moveTo>
                <a:lnTo>
                  <a:pt x="4219" y="2028"/>
                </a:lnTo>
                <a:lnTo>
                  <a:pt x="4341" y="2535"/>
                </a:lnTo>
                <a:lnTo>
                  <a:pt x="3833" y="2657"/>
                </a:lnTo>
                <a:lnTo>
                  <a:pt x="3712" y="2149"/>
                </a:lnTo>
                <a:close/>
                <a:moveTo>
                  <a:pt x="2446" y="2352"/>
                </a:moveTo>
                <a:lnTo>
                  <a:pt x="2324" y="1844"/>
                </a:lnTo>
                <a:lnTo>
                  <a:pt x="2832" y="1723"/>
                </a:lnTo>
                <a:lnTo>
                  <a:pt x="2953" y="2230"/>
                </a:lnTo>
                <a:lnTo>
                  <a:pt x="2446" y="2352"/>
                </a:lnTo>
                <a:close/>
                <a:moveTo>
                  <a:pt x="3060" y="2198"/>
                </a:moveTo>
                <a:lnTo>
                  <a:pt x="2938" y="1690"/>
                </a:lnTo>
                <a:lnTo>
                  <a:pt x="3445" y="1569"/>
                </a:lnTo>
                <a:lnTo>
                  <a:pt x="3498" y="1788"/>
                </a:lnTo>
                <a:lnTo>
                  <a:pt x="3529" y="1917"/>
                </a:lnTo>
                <a:lnTo>
                  <a:pt x="3560" y="2045"/>
                </a:lnTo>
                <a:lnTo>
                  <a:pt x="3567" y="2076"/>
                </a:lnTo>
                <a:lnTo>
                  <a:pt x="3557" y="2078"/>
                </a:lnTo>
                <a:lnTo>
                  <a:pt x="3514" y="2089"/>
                </a:lnTo>
                <a:lnTo>
                  <a:pt x="3472" y="2099"/>
                </a:lnTo>
                <a:lnTo>
                  <a:pt x="3060" y="2198"/>
                </a:lnTo>
                <a:close/>
                <a:moveTo>
                  <a:pt x="4059" y="1415"/>
                </a:moveTo>
                <a:lnTo>
                  <a:pt x="4181" y="1922"/>
                </a:lnTo>
                <a:lnTo>
                  <a:pt x="3674" y="2044"/>
                </a:lnTo>
                <a:lnTo>
                  <a:pt x="3590" y="1693"/>
                </a:lnTo>
                <a:lnTo>
                  <a:pt x="3559" y="1564"/>
                </a:lnTo>
                <a:lnTo>
                  <a:pt x="3552" y="1536"/>
                </a:lnTo>
                <a:lnTo>
                  <a:pt x="3561" y="1534"/>
                </a:lnTo>
                <a:lnTo>
                  <a:pt x="3604" y="1524"/>
                </a:lnTo>
                <a:lnTo>
                  <a:pt x="4059" y="1415"/>
                </a:lnTo>
                <a:close/>
                <a:moveTo>
                  <a:pt x="2038" y="3738"/>
                </a:moveTo>
                <a:lnTo>
                  <a:pt x="2044" y="3763"/>
                </a:lnTo>
                <a:lnTo>
                  <a:pt x="1691" y="3848"/>
                </a:lnTo>
                <a:lnTo>
                  <a:pt x="1537" y="3885"/>
                </a:lnTo>
                <a:lnTo>
                  <a:pt x="1529" y="3855"/>
                </a:lnTo>
                <a:lnTo>
                  <a:pt x="1518" y="3807"/>
                </a:lnTo>
                <a:lnTo>
                  <a:pt x="1508" y="3767"/>
                </a:lnTo>
                <a:lnTo>
                  <a:pt x="1498" y="3726"/>
                </a:lnTo>
                <a:lnTo>
                  <a:pt x="1415" y="3377"/>
                </a:lnTo>
                <a:lnTo>
                  <a:pt x="1922" y="3256"/>
                </a:lnTo>
                <a:lnTo>
                  <a:pt x="2000" y="3579"/>
                </a:lnTo>
                <a:lnTo>
                  <a:pt x="2009" y="3620"/>
                </a:lnTo>
                <a:lnTo>
                  <a:pt x="2019" y="3660"/>
                </a:lnTo>
                <a:lnTo>
                  <a:pt x="2028" y="3697"/>
                </a:lnTo>
                <a:lnTo>
                  <a:pt x="2038" y="3738"/>
                </a:lnTo>
                <a:close/>
                <a:moveTo>
                  <a:pt x="2652" y="3587"/>
                </a:moveTo>
                <a:lnTo>
                  <a:pt x="2658" y="3609"/>
                </a:lnTo>
                <a:lnTo>
                  <a:pt x="2343" y="3685"/>
                </a:lnTo>
                <a:lnTo>
                  <a:pt x="2150" y="3731"/>
                </a:lnTo>
                <a:lnTo>
                  <a:pt x="2144" y="3704"/>
                </a:lnTo>
                <a:lnTo>
                  <a:pt x="2134" y="3664"/>
                </a:lnTo>
                <a:lnTo>
                  <a:pt x="2126" y="3629"/>
                </a:lnTo>
                <a:lnTo>
                  <a:pt x="2116" y="3589"/>
                </a:lnTo>
                <a:lnTo>
                  <a:pt x="2107" y="3548"/>
                </a:lnTo>
                <a:lnTo>
                  <a:pt x="2029" y="3223"/>
                </a:lnTo>
                <a:lnTo>
                  <a:pt x="2536" y="3102"/>
                </a:lnTo>
                <a:lnTo>
                  <a:pt x="2608" y="3401"/>
                </a:lnTo>
                <a:lnTo>
                  <a:pt x="2618" y="3441"/>
                </a:lnTo>
                <a:lnTo>
                  <a:pt x="2627" y="3482"/>
                </a:lnTo>
                <a:lnTo>
                  <a:pt x="2633" y="3505"/>
                </a:lnTo>
                <a:lnTo>
                  <a:pt x="2643" y="3546"/>
                </a:lnTo>
                <a:lnTo>
                  <a:pt x="2652" y="3587"/>
                </a:lnTo>
                <a:close/>
                <a:moveTo>
                  <a:pt x="3236" y="3304"/>
                </a:moveTo>
                <a:lnTo>
                  <a:pt x="3272" y="3455"/>
                </a:lnTo>
                <a:lnTo>
                  <a:pt x="3181" y="3477"/>
                </a:lnTo>
                <a:lnTo>
                  <a:pt x="3141" y="3487"/>
                </a:lnTo>
                <a:lnTo>
                  <a:pt x="3100" y="3496"/>
                </a:lnTo>
                <a:lnTo>
                  <a:pt x="2765" y="3577"/>
                </a:lnTo>
                <a:lnTo>
                  <a:pt x="2759" y="3553"/>
                </a:lnTo>
                <a:lnTo>
                  <a:pt x="2749" y="3512"/>
                </a:lnTo>
                <a:lnTo>
                  <a:pt x="2739" y="3472"/>
                </a:lnTo>
                <a:lnTo>
                  <a:pt x="2734" y="3451"/>
                </a:lnTo>
                <a:lnTo>
                  <a:pt x="2725" y="3410"/>
                </a:lnTo>
                <a:lnTo>
                  <a:pt x="2715" y="3370"/>
                </a:lnTo>
                <a:lnTo>
                  <a:pt x="2643" y="3070"/>
                </a:lnTo>
                <a:lnTo>
                  <a:pt x="3150" y="2948"/>
                </a:lnTo>
                <a:lnTo>
                  <a:pt x="3216" y="3223"/>
                </a:lnTo>
                <a:lnTo>
                  <a:pt x="3226" y="3263"/>
                </a:lnTo>
                <a:lnTo>
                  <a:pt x="3236" y="3304"/>
                </a:lnTo>
                <a:close/>
              </a:path>
            </a:pathLst>
          </a:custGeom>
          <a:solidFill>
            <a:srgbClr val="A20000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067071" y="2097805"/>
            <a:ext cx="417270" cy="417273"/>
          </a:xfrm>
          <a:prstGeom prst="ellipse">
            <a:avLst/>
          </a:prstGeom>
          <a:noFill/>
          <a:ln>
            <a:solidFill>
              <a:srgbClr val="A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departures-flights_76443"/>
          <p:cNvSpPr>
            <a:spLocks noChangeAspect="1"/>
          </p:cNvSpPr>
          <p:nvPr/>
        </p:nvSpPr>
        <p:spPr bwMode="auto">
          <a:xfrm>
            <a:off x="1169281" y="3406659"/>
            <a:ext cx="224025" cy="262879"/>
          </a:xfrm>
          <a:custGeom>
            <a:avLst/>
            <a:gdLst>
              <a:gd name="connsiteX0" fmla="*/ 193802 w 467264"/>
              <a:gd name="connsiteY0" fmla="*/ 354845 h 548303"/>
              <a:gd name="connsiteX1" fmla="*/ 372431 w 467264"/>
              <a:gd name="connsiteY1" fmla="*/ 354845 h 548303"/>
              <a:gd name="connsiteX2" fmla="*/ 372431 w 467264"/>
              <a:gd name="connsiteY2" fmla="*/ 397951 h 548303"/>
              <a:gd name="connsiteX3" fmla="*/ 193802 w 467264"/>
              <a:gd name="connsiteY3" fmla="*/ 397951 h 548303"/>
              <a:gd name="connsiteX4" fmla="*/ 101039 w 467264"/>
              <a:gd name="connsiteY4" fmla="*/ 337603 h 548303"/>
              <a:gd name="connsiteX5" fmla="*/ 178629 w 467264"/>
              <a:gd name="connsiteY5" fmla="*/ 337603 h 548303"/>
              <a:gd name="connsiteX6" fmla="*/ 178629 w 467264"/>
              <a:gd name="connsiteY6" fmla="*/ 415193 h 548303"/>
              <a:gd name="connsiteX7" fmla="*/ 101039 w 467264"/>
              <a:gd name="connsiteY7" fmla="*/ 415193 h 548303"/>
              <a:gd name="connsiteX8" fmla="*/ 193802 w 467264"/>
              <a:gd name="connsiteY8" fmla="*/ 251737 h 548303"/>
              <a:gd name="connsiteX9" fmla="*/ 372431 w 467264"/>
              <a:gd name="connsiteY9" fmla="*/ 251737 h 548303"/>
              <a:gd name="connsiteX10" fmla="*/ 372431 w 467264"/>
              <a:gd name="connsiteY10" fmla="*/ 294498 h 548303"/>
              <a:gd name="connsiteX11" fmla="*/ 193802 w 467264"/>
              <a:gd name="connsiteY11" fmla="*/ 294498 h 548303"/>
              <a:gd name="connsiteX12" fmla="*/ 161387 w 467264"/>
              <a:gd name="connsiteY12" fmla="*/ 251660 h 548303"/>
              <a:gd name="connsiteX13" fmla="*/ 133368 w 467264"/>
              <a:gd name="connsiteY13" fmla="*/ 279554 h 548303"/>
              <a:gd name="connsiteX14" fmla="*/ 118281 w 467264"/>
              <a:gd name="connsiteY14" fmla="*/ 264534 h 548303"/>
              <a:gd name="connsiteX15" fmla="*/ 116126 w 467264"/>
              <a:gd name="connsiteY15" fmla="*/ 264534 h 548303"/>
              <a:gd name="connsiteX16" fmla="*/ 109660 w 467264"/>
              <a:gd name="connsiteY16" fmla="*/ 270971 h 548303"/>
              <a:gd name="connsiteX17" fmla="*/ 109660 w 467264"/>
              <a:gd name="connsiteY17" fmla="*/ 273116 h 548303"/>
              <a:gd name="connsiteX18" fmla="*/ 131213 w 467264"/>
              <a:gd name="connsiteY18" fmla="*/ 294573 h 548303"/>
              <a:gd name="connsiteX19" fmla="*/ 135523 w 467264"/>
              <a:gd name="connsiteY19" fmla="*/ 294573 h 548303"/>
              <a:gd name="connsiteX20" fmla="*/ 167852 w 467264"/>
              <a:gd name="connsiteY20" fmla="*/ 260242 h 548303"/>
              <a:gd name="connsiteX21" fmla="*/ 170008 w 467264"/>
              <a:gd name="connsiteY21" fmla="*/ 255951 h 548303"/>
              <a:gd name="connsiteX22" fmla="*/ 163542 w 467264"/>
              <a:gd name="connsiteY22" fmla="*/ 251660 h 548303"/>
              <a:gd name="connsiteX23" fmla="*/ 161387 w 467264"/>
              <a:gd name="connsiteY23" fmla="*/ 251660 h 548303"/>
              <a:gd name="connsiteX24" fmla="*/ 101039 w 467264"/>
              <a:gd name="connsiteY24" fmla="*/ 234494 h 548303"/>
              <a:gd name="connsiteX25" fmla="*/ 178629 w 467264"/>
              <a:gd name="connsiteY25" fmla="*/ 234494 h 548303"/>
              <a:gd name="connsiteX26" fmla="*/ 178629 w 467264"/>
              <a:gd name="connsiteY26" fmla="*/ 311739 h 548303"/>
              <a:gd name="connsiteX27" fmla="*/ 101039 w 467264"/>
              <a:gd name="connsiteY27" fmla="*/ 311739 h 548303"/>
              <a:gd name="connsiteX28" fmla="*/ 193802 w 467264"/>
              <a:gd name="connsiteY28" fmla="*/ 150697 h 548303"/>
              <a:gd name="connsiteX29" fmla="*/ 372431 w 467264"/>
              <a:gd name="connsiteY29" fmla="*/ 150697 h 548303"/>
              <a:gd name="connsiteX30" fmla="*/ 372431 w 467264"/>
              <a:gd name="connsiteY30" fmla="*/ 193458 h 548303"/>
              <a:gd name="connsiteX31" fmla="*/ 193802 w 467264"/>
              <a:gd name="connsiteY31" fmla="*/ 193458 h 548303"/>
              <a:gd name="connsiteX32" fmla="*/ 161387 w 467264"/>
              <a:gd name="connsiteY32" fmla="*/ 150621 h 548303"/>
              <a:gd name="connsiteX33" fmla="*/ 133368 w 467264"/>
              <a:gd name="connsiteY33" fmla="*/ 178515 h 548303"/>
              <a:gd name="connsiteX34" fmla="*/ 118281 w 467264"/>
              <a:gd name="connsiteY34" fmla="*/ 163495 h 548303"/>
              <a:gd name="connsiteX35" fmla="*/ 116126 w 467264"/>
              <a:gd name="connsiteY35" fmla="*/ 163495 h 548303"/>
              <a:gd name="connsiteX36" fmla="*/ 109660 w 467264"/>
              <a:gd name="connsiteY36" fmla="*/ 169932 h 548303"/>
              <a:gd name="connsiteX37" fmla="*/ 109660 w 467264"/>
              <a:gd name="connsiteY37" fmla="*/ 172078 h 548303"/>
              <a:gd name="connsiteX38" fmla="*/ 131213 w 467264"/>
              <a:gd name="connsiteY38" fmla="*/ 193534 h 548303"/>
              <a:gd name="connsiteX39" fmla="*/ 135523 w 467264"/>
              <a:gd name="connsiteY39" fmla="*/ 193534 h 548303"/>
              <a:gd name="connsiteX40" fmla="*/ 167852 w 467264"/>
              <a:gd name="connsiteY40" fmla="*/ 159203 h 548303"/>
              <a:gd name="connsiteX41" fmla="*/ 170008 w 467264"/>
              <a:gd name="connsiteY41" fmla="*/ 157058 h 548303"/>
              <a:gd name="connsiteX42" fmla="*/ 163542 w 467264"/>
              <a:gd name="connsiteY42" fmla="*/ 150621 h 548303"/>
              <a:gd name="connsiteX43" fmla="*/ 161387 w 467264"/>
              <a:gd name="connsiteY43" fmla="*/ 150621 h 548303"/>
              <a:gd name="connsiteX44" fmla="*/ 101039 w 467264"/>
              <a:gd name="connsiteY44" fmla="*/ 133455 h 548303"/>
              <a:gd name="connsiteX45" fmla="*/ 178629 w 467264"/>
              <a:gd name="connsiteY45" fmla="*/ 133455 h 548303"/>
              <a:gd name="connsiteX46" fmla="*/ 178629 w 467264"/>
              <a:gd name="connsiteY46" fmla="*/ 210700 h 548303"/>
              <a:gd name="connsiteX47" fmla="*/ 101039 w 467264"/>
              <a:gd name="connsiteY47" fmla="*/ 210700 h 548303"/>
              <a:gd name="connsiteX48" fmla="*/ 40912 w 467264"/>
              <a:gd name="connsiteY48" fmla="*/ 43004 h 548303"/>
              <a:gd name="connsiteX49" fmla="*/ 40912 w 467264"/>
              <a:gd name="connsiteY49" fmla="*/ 505299 h 548303"/>
              <a:gd name="connsiteX50" fmla="*/ 426352 w 467264"/>
              <a:gd name="connsiteY50" fmla="*/ 505299 h 548303"/>
              <a:gd name="connsiteX51" fmla="*/ 426352 w 467264"/>
              <a:gd name="connsiteY51" fmla="*/ 43004 h 548303"/>
              <a:gd name="connsiteX52" fmla="*/ 19379 w 467264"/>
              <a:gd name="connsiteY52" fmla="*/ 0 h 548303"/>
              <a:gd name="connsiteX53" fmla="*/ 445731 w 467264"/>
              <a:gd name="connsiteY53" fmla="*/ 0 h 548303"/>
              <a:gd name="connsiteX54" fmla="*/ 467264 w 467264"/>
              <a:gd name="connsiteY54" fmla="*/ 21502 h 548303"/>
              <a:gd name="connsiteX55" fmla="*/ 467264 w 467264"/>
              <a:gd name="connsiteY55" fmla="*/ 526801 h 548303"/>
              <a:gd name="connsiteX56" fmla="*/ 445731 w 467264"/>
              <a:gd name="connsiteY56" fmla="*/ 548303 h 548303"/>
              <a:gd name="connsiteX57" fmla="*/ 19379 w 467264"/>
              <a:gd name="connsiteY57" fmla="*/ 548303 h 548303"/>
              <a:gd name="connsiteX58" fmla="*/ 0 w 467264"/>
              <a:gd name="connsiteY58" fmla="*/ 526801 h 548303"/>
              <a:gd name="connsiteX59" fmla="*/ 0 w 467264"/>
              <a:gd name="connsiteY59" fmla="*/ 21502 h 548303"/>
              <a:gd name="connsiteX60" fmla="*/ 19379 w 467264"/>
              <a:gd name="connsiteY60" fmla="*/ 0 h 54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67264" h="548303">
                <a:moveTo>
                  <a:pt x="193802" y="354845"/>
                </a:moveTo>
                <a:lnTo>
                  <a:pt x="372431" y="354845"/>
                </a:lnTo>
                <a:lnTo>
                  <a:pt x="372431" y="397951"/>
                </a:lnTo>
                <a:lnTo>
                  <a:pt x="193802" y="397951"/>
                </a:lnTo>
                <a:close/>
                <a:moveTo>
                  <a:pt x="101039" y="337603"/>
                </a:moveTo>
                <a:lnTo>
                  <a:pt x="178629" y="337603"/>
                </a:lnTo>
                <a:lnTo>
                  <a:pt x="178629" y="415193"/>
                </a:lnTo>
                <a:lnTo>
                  <a:pt x="101039" y="415193"/>
                </a:lnTo>
                <a:close/>
                <a:moveTo>
                  <a:pt x="193802" y="251737"/>
                </a:moveTo>
                <a:lnTo>
                  <a:pt x="372431" y="251737"/>
                </a:lnTo>
                <a:lnTo>
                  <a:pt x="372431" y="294498"/>
                </a:lnTo>
                <a:lnTo>
                  <a:pt x="193802" y="294498"/>
                </a:lnTo>
                <a:close/>
                <a:moveTo>
                  <a:pt x="161387" y="251660"/>
                </a:moveTo>
                <a:lnTo>
                  <a:pt x="133368" y="279554"/>
                </a:lnTo>
                <a:lnTo>
                  <a:pt x="118281" y="264534"/>
                </a:lnTo>
                <a:cubicBezTo>
                  <a:pt x="118281" y="264534"/>
                  <a:pt x="116126" y="264534"/>
                  <a:pt x="116126" y="264534"/>
                </a:cubicBezTo>
                <a:lnTo>
                  <a:pt x="109660" y="270971"/>
                </a:lnTo>
                <a:cubicBezTo>
                  <a:pt x="109660" y="270971"/>
                  <a:pt x="109660" y="273116"/>
                  <a:pt x="109660" y="273116"/>
                </a:cubicBezTo>
                <a:lnTo>
                  <a:pt x="131213" y="294573"/>
                </a:lnTo>
                <a:cubicBezTo>
                  <a:pt x="131213" y="294573"/>
                  <a:pt x="133368" y="294573"/>
                  <a:pt x="135523" y="294573"/>
                </a:cubicBezTo>
                <a:lnTo>
                  <a:pt x="167852" y="260242"/>
                </a:lnTo>
                <a:cubicBezTo>
                  <a:pt x="170008" y="260242"/>
                  <a:pt x="170008" y="258097"/>
                  <a:pt x="170008" y="255951"/>
                </a:cubicBezTo>
                <a:lnTo>
                  <a:pt x="163542" y="251660"/>
                </a:lnTo>
                <a:cubicBezTo>
                  <a:pt x="163542" y="251660"/>
                  <a:pt x="161387" y="251660"/>
                  <a:pt x="161387" y="251660"/>
                </a:cubicBezTo>
                <a:close/>
                <a:moveTo>
                  <a:pt x="101039" y="234494"/>
                </a:moveTo>
                <a:lnTo>
                  <a:pt x="178629" y="234494"/>
                </a:lnTo>
                <a:lnTo>
                  <a:pt x="178629" y="311739"/>
                </a:lnTo>
                <a:lnTo>
                  <a:pt x="101039" y="311739"/>
                </a:lnTo>
                <a:close/>
                <a:moveTo>
                  <a:pt x="193802" y="150697"/>
                </a:moveTo>
                <a:lnTo>
                  <a:pt x="372431" y="150697"/>
                </a:lnTo>
                <a:lnTo>
                  <a:pt x="372431" y="193458"/>
                </a:lnTo>
                <a:lnTo>
                  <a:pt x="193802" y="193458"/>
                </a:lnTo>
                <a:close/>
                <a:moveTo>
                  <a:pt x="161387" y="150621"/>
                </a:moveTo>
                <a:lnTo>
                  <a:pt x="133368" y="178515"/>
                </a:lnTo>
                <a:lnTo>
                  <a:pt x="118281" y="163495"/>
                </a:lnTo>
                <a:cubicBezTo>
                  <a:pt x="118281" y="163495"/>
                  <a:pt x="116126" y="163495"/>
                  <a:pt x="116126" y="163495"/>
                </a:cubicBezTo>
                <a:lnTo>
                  <a:pt x="109660" y="169932"/>
                </a:lnTo>
                <a:cubicBezTo>
                  <a:pt x="109660" y="169932"/>
                  <a:pt x="109660" y="172078"/>
                  <a:pt x="109660" y="172078"/>
                </a:cubicBezTo>
                <a:lnTo>
                  <a:pt x="131213" y="193534"/>
                </a:lnTo>
                <a:cubicBezTo>
                  <a:pt x="131213" y="195680"/>
                  <a:pt x="133368" y="195680"/>
                  <a:pt x="135523" y="193534"/>
                </a:cubicBezTo>
                <a:lnTo>
                  <a:pt x="167852" y="159203"/>
                </a:lnTo>
                <a:cubicBezTo>
                  <a:pt x="170008" y="159203"/>
                  <a:pt x="170008" y="157058"/>
                  <a:pt x="170008" y="157058"/>
                </a:cubicBezTo>
                <a:lnTo>
                  <a:pt x="163542" y="150621"/>
                </a:lnTo>
                <a:cubicBezTo>
                  <a:pt x="163542" y="150621"/>
                  <a:pt x="161387" y="150621"/>
                  <a:pt x="161387" y="150621"/>
                </a:cubicBezTo>
                <a:close/>
                <a:moveTo>
                  <a:pt x="101039" y="133455"/>
                </a:moveTo>
                <a:lnTo>
                  <a:pt x="178629" y="133455"/>
                </a:lnTo>
                <a:lnTo>
                  <a:pt x="178629" y="210700"/>
                </a:lnTo>
                <a:lnTo>
                  <a:pt x="101039" y="210700"/>
                </a:lnTo>
                <a:close/>
                <a:moveTo>
                  <a:pt x="40912" y="43004"/>
                </a:moveTo>
                <a:lnTo>
                  <a:pt x="40912" y="505299"/>
                </a:lnTo>
                <a:lnTo>
                  <a:pt x="426352" y="505299"/>
                </a:lnTo>
                <a:lnTo>
                  <a:pt x="426352" y="43004"/>
                </a:lnTo>
                <a:close/>
                <a:moveTo>
                  <a:pt x="19379" y="0"/>
                </a:moveTo>
                <a:lnTo>
                  <a:pt x="445731" y="0"/>
                </a:lnTo>
                <a:cubicBezTo>
                  <a:pt x="458651" y="0"/>
                  <a:pt x="467264" y="8601"/>
                  <a:pt x="467264" y="21502"/>
                </a:cubicBezTo>
                <a:lnTo>
                  <a:pt x="467264" y="526801"/>
                </a:lnTo>
                <a:cubicBezTo>
                  <a:pt x="467264" y="539702"/>
                  <a:pt x="458651" y="548303"/>
                  <a:pt x="445731" y="548303"/>
                </a:cubicBezTo>
                <a:lnTo>
                  <a:pt x="19379" y="548303"/>
                </a:lnTo>
                <a:cubicBezTo>
                  <a:pt x="8613" y="548303"/>
                  <a:pt x="0" y="539702"/>
                  <a:pt x="0" y="526801"/>
                </a:cubicBezTo>
                <a:lnTo>
                  <a:pt x="0" y="21502"/>
                </a:lnTo>
                <a:cubicBezTo>
                  <a:pt x="0" y="8601"/>
                  <a:pt x="8613" y="0"/>
                  <a:pt x="19379" y="0"/>
                </a:cubicBezTo>
                <a:close/>
              </a:path>
            </a:pathLst>
          </a:custGeom>
          <a:solidFill>
            <a:srgbClr val="A20000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067070" y="3313561"/>
            <a:ext cx="417271" cy="417272"/>
          </a:xfrm>
          <a:prstGeom prst="ellipse">
            <a:avLst/>
          </a:prstGeom>
          <a:noFill/>
          <a:ln>
            <a:solidFill>
              <a:srgbClr val="A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departures-flights_76443"/>
          <p:cNvSpPr>
            <a:spLocks noChangeAspect="1"/>
          </p:cNvSpPr>
          <p:nvPr/>
        </p:nvSpPr>
        <p:spPr bwMode="auto">
          <a:xfrm>
            <a:off x="1149854" y="4596002"/>
            <a:ext cx="262878" cy="226906"/>
          </a:xfrm>
          <a:custGeom>
            <a:avLst/>
            <a:gdLst>
              <a:gd name="connsiteX0" fmla="*/ 222210 w 606439"/>
              <a:gd name="connsiteY0" fmla="*/ 476810 h 523454"/>
              <a:gd name="connsiteX1" fmla="*/ 591037 w 606439"/>
              <a:gd name="connsiteY1" fmla="*/ 476810 h 523454"/>
              <a:gd name="connsiteX2" fmla="*/ 606439 w 606439"/>
              <a:gd name="connsiteY2" fmla="*/ 492071 h 523454"/>
              <a:gd name="connsiteX3" fmla="*/ 591037 w 606439"/>
              <a:gd name="connsiteY3" fmla="*/ 507435 h 523454"/>
              <a:gd name="connsiteX4" fmla="*/ 222210 w 606439"/>
              <a:gd name="connsiteY4" fmla="*/ 507435 h 523454"/>
              <a:gd name="connsiteX5" fmla="*/ 15301 w 606439"/>
              <a:gd name="connsiteY5" fmla="*/ 476810 h 523454"/>
              <a:gd name="connsiteX6" fmla="*/ 163006 w 606439"/>
              <a:gd name="connsiteY6" fmla="*/ 476810 h 523454"/>
              <a:gd name="connsiteX7" fmla="*/ 163006 w 606439"/>
              <a:gd name="connsiteY7" fmla="*/ 507435 h 523454"/>
              <a:gd name="connsiteX8" fmla="*/ 15301 w 606439"/>
              <a:gd name="connsiteY8" fmla="*/ 507435 h 523454"/>
              <a:gd name="connsiteX9" fmla="*/ 0 w 606439"/>
              <a:gd name="connsiteY9" fmla="*/ 492071 h 523454"/>
              <a:gd name="connsiteX10" fmla="*/ 15301 w 606439"/>
              <a:gd name="connsiteY10" fmla="*/ 476810 h 523454"/>
              <a:gd name="connsiteX11" fmla="*/ 192556 w 606439"/>
              <a:gd name="connsiteY11" fmla="*/ 460792 h 523454"/>
              <a:gd name="connsiteX12" fmla="*/ 211061 w 606439"/>
              <a:gd name="connsiteY12" fmla="*/ 479185 h 523454"/>
              <a:gd name="connsiteX13" fmla="*/ 211061 w 606439"/>
              <a:gd name="connsiteY13" fmla="*/ 505061 h 523454"/>
              <a:gd name="connsiteX14" fmla="*/ 192556 w 606439"/>
              <a:gd name="connsiteY14" fmla="*/ 523454 h 523454"/>
              <a:gd name="connsiteX15" fmla="*/ 174155 w 606439"/>
              <a:gd name="connsiteY15" fmla="*/ 505061 h 523454"/>
              <a:gd name="connsiteX16" fmla="*/ 174155 w 606439"/>
              <a:gd name="connsiteY16" fmla="*/ 479185 h 523454"/>
              <a:gd name="connsiteX17" fmla="*/ 192556 w 606439"/>
              <a:gd name="connsiteY17" fmla="*/ 460792 h 523454"/>
              <a:gd name="connsiteX18" fmla="*/ 270917 w 606439"/>
              <a:gd name="connsiteY18" fmla="*/ 230890 h 523454"/>
              <a:gd name="connsiteX19" fmla="*/ 301415 w 606439"/>
              <a:gd name="connsiteY19" fmla="*/ 261132 h 523454"/>
              <a:gd name="connsiteX20" fmla="*/ 288300 w 606439"/>
              <a:gd name="connsiteY20" fmla="*/ 349051 h 523454"/>
              <a:gd name="connsiteX21" fmla="*/ 288508 w 606439"/>
              <a:gd name="connsiteY21" fmla="*/ 349883 h 523454"/>
              <a:gd name="connsiteX22" fmla="*/ 302248 w 606439"/>
              <a:gd name="connsiteY22" fmla="*/ 368693 h 523454"/>
              <a:gd name="connsiteX23" fmla="*/ 303184 w 606439"/>
              <a:gd name="connsiteY23" fmla="*/ 369109 h 523454"/>
              <a:gd name="connsiteX24" fmla="*/ 304121 w 606439"/>
              <a:gd name="connsiteY24" fmla="*/ 368693 h 523454"/>
              <a:gd name="connsiteX25" fmla="*/ 317965 w 606439"/>
              <a:gd name="connsiteY25" fmla="*/ 349883 h 523454"/>
              <a:gd name="connsiteX26" fmla="*/ 318173 w 606439"/>
              <a:gd name="connsiteY26" fmla="*/ 349051 h 523454"/>
              <a:gd name="connsiteX27" fmla="*/ 304954 w 606439"/>
              <a:gd name="connsiteY27" fmla="*/ 261132 h 523454"/>
              <a:gd name="connsiteX28" fmla="*/ 335452 w 606439"/>
              <a:gd name="connsiteY28" fmla="*/ 230890 h 523454"/>
              <a:gd name="connsiteX29" fmla="*/ 354500 w 606439"/>
              <a:gd name="connsiteY29" fmla="*/ 246894 h 523454"/>
              <a:gd name="connsiteX30" fmla="*/ 393950 w 606439"/>
              <a:gd name="connsiteY30" fmla="*/ 265081 h 523454"/>
              <a:gd name="connsiteX31" fmla="*/ 408522 w 606439"/>
              <a:gd name="connsiteY31" fmla="*/ 277344 h 523454"/>
              <a:gd name="connsiteX32" fmla="*/ 428091 w 606439"/>
              <a:gd name="connsiteY32" fmla="*/ 379501 h 523454"/>
              <a:gd name="connsiteX33" fmla="*/ 178278 w 606439"/>
              <a:gd name="connsiteY33" fmla="*/ 379501 h 523454"/>
              <a:gd name="connsiteX34" fmla="*/ 197951 w 606439"/>
              <a:gd name="connsiteY34" fmla="*/ 277344 h 523454"/>
              <a:gd name="connsiteX35" fmla="*/ 212419 w 606439"/>
              <a:gd name="connsiteY35" fmla="*/ 265081 h 523454"/>
              <a:gd name="connsiteX36" fmla="*/ 251973 w 606439"/>
              <a:gd name="connsiteY36" fmla="*/ 246894 h 523454"/>
              <a:gd name="connsiteX37" fmla="*/ 276624 w 606439"/>
              <a:gd name="connsiteY37" fmla="*/ 129744 h 523454"/>
              <a:gd name="connsiteX38" fmla="*/ 249081 w 606439"/>
              <a:gd name="connsiteY38" fmla="*/ 154506 h 523454"/>
              <a:gd name="connsiteX39" fmla="*/ 303203 w 606439"/>
              <a:gd name="connsiteY39" fmla="*/ 223727 h 523454"/>
              <a:gd name="connsiteX40" fmla="*/ 357324 w 606439"/>
              <a:gd name="connsiteY40" fmla="*/ 154506 h 523454"/>
              <a:gd name="connsiteX41" fmla="*/ 288944 w 606439"/>
              <a:gd name="connsiteY41" fmla="*/ 155961 h 523454"/>
              <a:gd name="connsiteX42" fmla="*/ 276624 w 606439"/>
              <a:gd name="connsiteY42" fmla="*/ 129744 h 523454"/>
              <a:gd name="connsiteX43" fmla="*/ 303203 w 606439"/>
              <a:gd name="connsiteY43" fmla="*/ 68448 h 523454"/>
              <a:gd name="connsiteX44" fmla="*/ 374498 w 606439"/>
              <a:gd name="connsiteY44" fmla="*/ 138396 h 523454"/>
              <a:gd name="connsiteX45" fmla="*/ 303203 w 606439"/>
              <a:gd name="connsiteY45" fmla="*/ 239005 h 523454"/>
              <a:gd name="connsiteX46" fmla="*/ 232012 w 606439"/>
              <a:gd name="connsiteY46" fmla="*/ 138396 h 523454"/>
              <a:gd name="connsiteX47" fmla="*/ 303203 w 606439"/>
              <a:gd name="connsiteY47" fmla="*/ 68448 h 523454"/>
              <a:gd name="connsiteX48" fmla="*/ 41630 w 606439"/>
              <a:gd name="connsiteY48" fmla="*/ 41570 h 523454"/>
              <a:gd name="connsiteX49" fmla="*/ 41630 w 606439"/>
              <a:gd name="connsiteY49" fmla="*/ 406450 h 523454"/>
              <a:gd name="connsiteX50" fmla="*/ 564809 w 606439"/>
              <a:gd name="connsiteY50" fmla="*/ 406450 h 523454"/>
              <a:gd name="connsiteX51" fmla="*/ 564809 w 606439"/>
              <a:gd name="connsiteY51" fmla="*/ 41570 h 523454"/>
              <a:gd name="connsiteX52" fmla="*/ 27788 w 606439"/>
              <a:gd name="connsiteY52" fmla="*/ 0 h 523454"/>
              <a:gd name="connsiteX53" fmla="*/ 578651 w 606439"/>
              <a:gd name="connsiteY53" fmla="*/ 0 h 523454"/>
              <a:gd name="connsiteX54" fmla="*/ 606439 w 606439"/>
              <a:gd name="connsiteY54" fmla="*/ 27644 h 523454"/>
              <a:gd name="connsiteX55" fmla="*/ 606439 w 606439"/>
              <a:gd name="connsiteY55" fmla="*/ 420376 h 523454"/>
              <a:gd name="connsiteX56" fmla="*/ 578651 w 606439"/>
              <a:gd name="connsiteY56" fmla="*/ 448020 h 523454"/>
              <a:gd name="connsiteX57" fmla="*/ 27788 w 606439"/>
              <a:gd name="connsiteY57" fmla="*/ 448020 h 523454"/>
              <a:gd name="connsiteX58" fmla="*/ 0 w 606439"/>
              <a:gd name="connsiteY58" fmla="*/ 420376 h 523454"/>
              <a:gd name="connsiteX59" fmla="*/ 0 w 606439"/>
              <a:gd name="connsiteY59" fmla="*/ 27644 h 523454"/>
              <a:gd name="connsiteX60" fmla="*/ 27788 w 606439"/>
              <a:gd name="connsiteY60" fmla="*/ 0 h 523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06439" h="523454">
                <a:moveTo>
                  <a:pt x="222210" y="476810"/>
                </a:moveTo>
                <a:lnTo>
                  <a:pt x="591037" y="476810"/>
                </a:lnTo>
                <a:cubicBezTo>
                  <a:pt x="599570" y="476810"/>
                  <a:pt x="606439" y="483662"/>
                  <a:pt x="606439" y="492071"/>
                </a:cubicBezTo>
                <a:cubicBezTo>
                  <a:pt x="606439" y="500583"/>
                  <a:pt x="599570" y="507435"/>
                  <a:pt x="591037" y="507435"/>
                </a:cubicBezTo>
                <a:lnTo>
                  <a:pt x="222210" y="507435"/>
                </a:lnTo>
                <a:close/>
                <a:moveTo>
                  <a:pt x="15301" y="476810"/>
                </a:moveTo>
                <a:lnTo>
                  <a:pt x="163006" y="476810"/>
                </a:lnTo>
                <a:lnTo>
                  <a:pt x="163006" y="507435"/>
                </a:lnTo>
                <a:lnTo>
                  <a:pt x="15301" y="507435"/>
                </a:lnTo>
                <a:cubicBezTo>
                  <a:pt x="6870" y="507435"/>
                  <a:pt x="0" y="500583"/>
                  <a:pt x="0" y="492071"/>
                </a:cubicBezTo>
                <a:cubicBezTo>
                  <a:pt x="0" y="483662"/>
                  <a:pt x="6870" y="476810"/>
                  <a:pt x="15301" y="476810"/>
                </a:cubicBezTo>
                <a:close/>
                <a:moveTo>
                  <a:pt x="192556" y="460792"/>
                </a:moveTo>
                <a:cubicBezTo>
                  <a:pt x="202744" y="460792"/>
                  <a:pt x="211061" y="469001"/>
                  <a:pt x="211061" y="479185"/>
                </a:cubicBezTo>
                <a:lnTo>
                  <a:pt x="211061" y="505061"/>
                </a:lnTo>
                <a:cubicBezTo>
                  <a:pt x="211061" y="515245"/>
                  <a:pt x="202744" y="523454"/>
                  <a:pt x="192556" y="523454"/>
                </a:cubicBezTo>
                <a:cubicBezTo>
                  <a:pt x="182472" y="523454"/>
                  <a:pt x="174155" y="515245"/>
                  <a:pt x="174155" y="505061"/>
                </a:cubicBezTo>
                <a:lnTo>
                  <a:pt x="174155" y="479185"/>
                </a:lnTo>
                <a:cubicBezTo>
                  <a:pt x="174155" y="469001"/>
                  <a:pt x="182472" y="460792"/>
                  <a:pt x="192556" y="460792"/>
                </a:cubicBezTo>
                <a:close/>
                <a:moveTo>
                  <a:pt x="270917" y="230890"/>
                </a:moveTo>
                <a:lnTo>
                  <a:pt x="301415" y="261132"/>
                </a:lnTo>
                <a:lnTo>
                  <a:pt x="288300" y="349051"/>
                </a:lnTo>
                <a:cubicBezTo>
                  <a:pt x="288300" y="349363"/>
                  <a:pt x="288300" y="349675"/>
                  <a:pt x="288508" y="349883"/>
                </a:cubicBezTo>
                <a:lnTo>
                  <a:pt x="302248" y="368693"/>
                </a:lnTo>
                <a:cubicBezTo>
                  <a:pt x="302456" y="369005"/>
                  <a:pt x="302872" y="369109"/>
                  <a:pt x="303184" y="369109"/>
                </a:cubicBezTo>
                <a:cubicBezTo>
                  <a:pt x="303601" y="369109"/>
                  <a:pt x="303913" y="369005"/>
                  <a:pt x="304121" y="368693"/>
                </a:cubicBezTo>
                <a:lnTo>
                  <a:pt x="317965" y="349883"/>
                </a:lnTo>
                <a:cubicBezTo>
                  <a:pt x="318069" y="349675"/>
                  <a:pt x="318173" y="349363"/>
                  <a:pt x="318173" y="349051"/>
                </a:cubicBezTo>
                <a:lnTo>
                  <a:pt x="304954" y="261132"/>
                </a:lnTo>
                <a:lnTo>
                  <a:pt x="335452" y="230890"/>
                </a:lnTo>
                <a:lnTo>
                  <a:pt x="354500" y="246894"/>
                </a:lnTo>
                <a:lnTo>
                  <a:pt x="393950" y="265081"/>
                </a:lnTo>
                <a:cubicBezTo>
                  <a:pt x="399779" y="267471"/>
                  <a:pt x="405920" y="271316"/>
                  <a:pt x="408522" y="277344"/>
                </a:cubicBezTo>
                <a:cubicBezTo>
                  <a:pt x="408522" y="277344"/>
                  <a:pt x="451407" y="379501"/>
                  <a:pt x="428091" y="379501"/>
                </a:cubicBezTo>
                <a:lnTo>
                  <a:pt x="178278" y="379501"/>
                </a:lnTo>
                <a:cubicBezTo>
                  <a:pt x="154962" y="379501"/>
                  <a:pt x="197951" y="277344"/>
                  <a:pt x="197951" y="277344"/>
                </a:cubicBezTo>
                <a:cubicBezTo>
                  <a:pt x="200865" y="271108"/>
                  <a:pt x="206590" y="267471"/>
                  <a:pt x="212419" y="265081"/>
                </a:cubicBezTo>
                <a:lnTo>
                  <a:pt x="251973" y="246894"/>
                </a:lnTo>
                <a:close/>
                <a:moveTo>
                  <a:pt x="276624" y="129744"/>
                </a:moveTo>
                <a:cubicBezTo>
                  <a:pt x="263028" y="128497"/>
                  <a:pt x="246896" y="135746"/>
                  <a:pt x="249081" y="154506"/>
                </a:cubicBezTo>
                <a:cubicBezTo>
                  <a:pt x="253245" y="189116"/>
                  <a:pt x="273644" y="223727"/>
                  <a:pt x="303203" y="223727"/>
                </a:cubicBezTo>
                <a:cubicBezTo>
                  <a:pt x="331409" y="223727"/>
                  <a:pt x="357012" y="182049"/>
                  <a:pt x="357324" y="154506"/>
                </a:cubicBezTo>
                <a:cubicBezTo>
                  <a:pt x="357845" y="108463"/>
                  <a:pt x="325788" y="159911"/>
                  <a:pt x="288944" y="155961"/>
                </a:cubicBezTo>
                <a:cubicBezTo>
                  <a:pt x="301278" y="140735"/>
                  <a:pt x="290219" y="130991"/>
                  <a:pt x="276624" y="129744"/>
                </a:cubicBezTo>
                <a:close/>
                <a:moveTo>
                  <a:pt x="303203" y="68448"/>
                </a:moveTo>
                <a:cubicBezTo>
                  <a:pt x="354098" y="68448"/>
                  <a:pt x="374914" y="94640"/>
                  <a:pt x="374498" y="138396"/>
                </a:cubicBezTo>
                <a:cubicBezTo>
                  <a:pt x="373769" y="201381"/>
                  <a:pt x="333386" y="239005"/>
                  <a:pt x="303203" y="239005"/>
                </a:cubicBezTo>
                <a:cubicBezTo>
                  <a:pt x="268024" y="239005"/>
                  <a:pt x="232637" y="201381"/>
                  <a:pt x="232012" y="138396"/>
                </a:cubicBezTo>
                <a:cubicBezTo>
                  <a:pt x="231596" y="94640"/>
                  <a:pt x="252412" y="68448"/>
                  <a:pt x="303203" y="68448"/>
                </a:cubicBezTo>
                <a:close/>
                <a:moveTo>
                  <a:pt x="41630" y="41570"/>
                </a:moveTo>
                <a:lnTo>
                  <a:pt x="41630" y="406450"/>
                </a:lnTo>
                <a:lnTo>
                  <a:pt x="564809" y="406450"/>
                </a:lnTo>
                <a:lnTo>
                  <a:pt x="564809" y="41570"/>
                </a:lnTo>
                <a:close/>
                <a:moveTo>
                  <a:pt x="27788" y="0"/>
                </a:moveTo>
                <a:lnTo>
                  <a:pt x="578651" y="0"/>
                </a:lnTo>
                <a:cubicBezTo>
                  <a:pt x="593950" y="0"/>
                  <a:pt x="606439" y="12367"/>
                  <a:pt x="606439" y="27644"/>
                </a:cubicBezTo>
                <a:lnTo>
                  <a:pt x="606439" y="420376"/>
                </a:lnTo>
                <a:cubicBezTo>
                  <a:pt x="606439" y="435653"/>
                  <a:pt x="593950" y="448020"/>
                  <a:pt x="578651" y="448020"/>
                </a:cubicBezTo>
                <a:lnTo>
                  <a:pt x="27788" y="448020"/>
                </a:lnTo>
                <a:cubicBezTo>
                  <a:pt x="12385" y="448020"/>
                  <a:pt x="0" y="435653"/>
                  <a:pt x="0" y="420376"/>
                </a:cubicBezTo>
                <a:lnTo>
                  <a:pt x="0" y="27644"/>
                </a:lnTo>
                <a:cubicBezTo>
                  <a:pt x="0" y="12367"/>
                  <a:pt x="12385" y="0"/>
                  <a:pt x="27788" y="0"/>
                </a:cubicBezTo>
                <a:close/>
              </a:path>
            </a:pathLst>
          </a:custGeom>
          <a:solidFill>
            <a:srgbClr val="A20000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7070" y="4484918"/>
            <a:ext cx="417272" cy="417271"/>
          </a:xfrm>
          <a:prstGeom prst="ellipse">
            <a:avLst/>
          </a:prstGeom>
          <a:noFill/>
          <a:ln>
            <a:solidFill>
              <a:srgbClr val="A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1275706" y="2541582"/>
            <a:ext cx="0" cy="771979"/>
          </a:xfrm>
          <a:prstGeom prst="line">
            <a:avLst/>
          </a:prstGeom>
          <a:ln>
            <a:solidFill>
              <a:srgbClr val="A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275706" y="3730833"/>
            <a:ext cx="0" cy="754084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40561" y="1654629"/>
            <a:ext cx="10910878" cy="4209142"/>
          </a:xfrm>
          <a:prstGeom prst="rect">
            <a:avLst/>
          </a:prstGeom>
          <a:noFill/>
          <a:ln w="6350">
            <a:solidFill>
              <a:srgbClr val="E408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" name="表格 44"/>
          <p:cNvGraphicFramePr>
            <a:graphicFrameLocks noGrp="1"/>
          </p:cNvGraphicFramePr>
          <p:nvPr/>
        </p:nvGraphicFramePr>
        <p:xfrm>
          <a:off x="6387392" y="2240201"/>
          <a:ext cx="4916772" cy="9906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3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3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9159">
                <a:tc gridSpan="7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9655" marR="89655" marT="44827" marB="4482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Placeholder Title S05</a:t>
                      </a:r>
                      <a:endParaRPr lang="zh-CN" altLang="en-US" sz="14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metric placeholder</a:t>
                      </a:r>
                      <a:endParaRPr lang="zh-CN" altLang="en-US" sz="14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trend placeholder</a:t>
                      </a:r>
                      <a:endParaRPr lang="zh-CN" altLang="en-US" sz="14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59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template data note placeholder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735" marR="87735" marT="43867" marB="4386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7911064" y="2081712"/>
            <a:ext cx="1598203" cy="307777"/>
          </a:xfrm>
          <a:prstGeom prst="rect">
            <a:avLst/>
          </a:prstGeom>
          <a:solidFill>
            <a:srgbClr val="E4081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data note placeholder</a:t>
            </a:r>
            <a:r>
              <a:rPr lang="zh-CN" altLang="en-US" sz="14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data note placeholder</a:t>
            </a:r>
            <a:r>
              <a:rPr lang="en-US" altLang="zh-CN" sz="14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data note placeholder</a:t>
            </a:r>
            <a:r>
              <a:rPr lang="zh-CN" altLang="en-US" sz="14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data note placeholder</a:t>
            </a:r>
          </a:p>
        </p:txBody>
      </p:sp>
      <p:sp>
        <p:nvSpPr>
          <p:cNvPr id="27" name="椭圆 26"/>
          <p:cNvSpPr/>
          <p:nvPr/>
        </p:nvSpPr>
        <p:spPr>
          <a:xfrm flipV="1">
            <a:off x="8631878" y="3045985"/>
            <a:ext cx="468577" cy="480099"/>
          </a:xfrm>
          <a:prstGeom prst="ellipse">
            <a:avLst/>
          </a:prstGeom>
          <a:solidFill>
            <a:srgbClr val="E40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 flipV="1">
            <a:off x="7912288" y="3467207"/>
            <a:ext cx="468577" cy="480099"/>
          </a:xfrm>
          <a:prstGeom prst="ellipse">
            <a:avLst/>
          </a:prstGeom>
          <a:solidFill>
            <a:srgbClr val="E40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 flipV="1">
            <a:off x="10019762" y="3867825"/>
            <a:ext cx="468577" cy="480099"/>
          </a:xfrm>
          <a:prstGeom prst="ellipse">
            <a:avLst/>
          </a:prstGeom>
          <a:solidFill>
            <a:srgbClr val="E40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710166" y="31266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template data note placeholder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993329" y="354616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template data note placeholder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037907" y="394730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template data note placeholder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683850" y="2092965"/>
            <a:ext cx="4083765" cy="1133817"/>
            <a:chOff x="1683850" y="2047485"/>
            <a:chExt cx="4083765" cy="1133817"/>
          </a:xfrm>
        </p:grpSpPr>
        <p:sp>
          <p:nvSpPr>
            <p:cNvPr id="34" name="文本框 33"/>
            <p:cNvSpPr txBox="1"/>
            <p:nvPr/>
          </p:nvSpPr>
          <p:spPr>
            <a:xfrm>
              <a:off x="1683850" y="2047485"/>
              <a:ext cx="26786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gradFill>
                    <a:gsLst>
                      <a:gs pos="100000">
                        <a:srgbClr val="E40813"/>
                      </a:gs>
                      <a:gs pos="0">
                        <a:srgbClr val="E4081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data note placeholder</a:t>
              </a:r>
              <a:r>
                <a:rPr lang="zh-CN" altLang="en-US" sz="2000" b="1" dirty="0">
                  <a:gradFill>
                    <a:gsLst>
                      <a:gs pos="100000">
                        <a:srgbClr val="E40813"/>
                      </a:gs>
                      <a:gs pos="0">
                        <a:srgbClr val="E4081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data note placeholder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850" y="2393073"/>
              <a:ext cx="4083765" cy="788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200">
                  <a:solidFill>
                    <a:schemeClr val="accent1">
                      <a:lumMod val="50000"/>
                      <a:alpha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1400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template data note placeholder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683850" y="3319530"/>
            <a:ext cx="4083765" cy="1133817"/>
            <a:chOff x="1683850" y="3156902"/>
            <a:chExt cx="4083765" cy="1133817"/>
          </a:xfrm>
        </p:grpSpPr>
        <p:sp>
          <p:nvSpPr>
            <p:cNvPr id="37" name="文本框 36"/>
            <p:cNvSpPr txBox="1"/>
            <p:nvPr/>
          </p:nvSpPr>
          <p:spPr>
            <a:xfrm>
              <a:off x="1683850" y="3156902"/>
              <a:ext cx="26786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gradFill>
                    <a:gsLst>
                      <a:gs pos="100000">
                        <a:srgbClr val="E40813"/>
                      </a:gs>
                      <a:gs pos="0">
                        <a:srgbClr val="E4081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data note placeholder</a:t>
              </a:r>
              <a:r>
                <a:rPr lang="zh-CN" altLang="en-US" sz="2000" b="1" dirty="0">
                  <a:gradFill>
                    <a:gsLst>
                      <a:gs pos="100000">
                        <a:srgbClr val="E40813"/>
                      </a:gs>
                      <a:gs pos="0">
                        <a:srgbClr val="E4081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data note placeholder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683850" y="3502490"/>
              <a:ext cx="4083765" cy="788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200">
                  <a:solidFill>
                    <a:schemeClr val="accent1">
                      <a:lumMod val="50000"/>
                      <a:alpha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1400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template data note placeholder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683850" y="4510336"/>
            <a:ext cx="4083765" cy="1133817"/>
            <a:chOff x="1683850" y="4266318"/>
            <a:chExt cx="4083765" cy="1133817"/>
          </a:xfrm>
        </p:grpSpPr>
        <p:sp>
          <p:nvSpPr>
            <p:cNvPr id="40" name="文本框 39"/>
            <p:cNvSpPr txBox="1"/>
            <p:nvPr/>
          </p:nvSpPr>
          <p:spPr>
            <a:xfrm>
              <a:off x="1683850" y="4266318"/>
              <a:ext cx="26786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gradFill>
                    <a:gsLst>
                      <a:gs pos="100000">
                        <a:srgbClr val="E40813"/>
                      </a:gs>
                      <a:gs pos="0">
                        <a:srgbClr val="E4081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data note placeholder</a:t>
              </a:r>
              <a:r>
                <a:rPr lang="zh-CN" altLang="en-US" sz="2000" b="1" dirty="0">
                  <a:gradFill>
                    <a:gsLst>
                      <a:gs pos="100000">
                        <a:srgbClr val="E40813"/>
                      </a:gs>
                      <a:gs pos="0">
                        <a:srgbClr val="E4081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template data note placeholder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683850" y="4611906"/>
              <a:ext cx="4083765" cy="788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200">
                  <a:solidFill>
                    <a:schemeClr val="accent1">
                      <a:lumMod val="50000"/>
                      <a:alpha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1400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template data note placeholder</a:t>
              </a: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546100" y="924539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gradFill>
                  <a:gsLst>
                    <a:gs pos="100000">
                      <a:srgbClr val="C00000"/>
                    </a:gs>
                    <a:gs pos="0">
                      <a:srgbClr val="E40813"/>
                    </a:gs>
                  </a:gsLst>
                  <a:lin ang="5400000" scaled="1"/>
                </a:gra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template data note placeholder</a:t>
            </a:r>
            <a:r>
              <a:rPr lang="zh-CN" altLang="en-US" dirty="0"/>
              <a:t>template data note placeholder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1226941" y="6312492"/>
            <a:ext cx="611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template data note placeholder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Placeholder 1" descr="placeholder imag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5" r="5225"/>
          <a:stretch>
            <a:fillRect/>
          </a:stretch>
        </p:blipFill>
        <p:spPr>
          <a:xfrm rot="5400000">
            <a:off x="2647994" y="-2666999"/>
            <a:ext cx="6858000" cy="12191998"/>
          </a:xfrm>
          <a:prstGeom prst="rect">
            <a:avLst/>
          </a:prstGeom>
        </p:spPr>
      </p:pic>
      <p:pic>
        <p:nvPicPr>
          <p:cNvPr id="10" name="Image Placeholder 2" descr="placeholder image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矩形 6"/>
          <p:cNvSpPr/>
          <p:nvPr/>
        </p:nvSpPr>
        <p:spPr>
          <a:xfrm>
            <a:off x="1" y="0"/>
            <a:ext cx="12191998" cy="6858000"/>
          </a:xfrm>
          <a:prstGeom prst="rect">
            <a:avLst/>
          </a:prstGeom>
          <a:solidFill>
            <a:schemeClr val="accent3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4154678" y="6311900"/>
            <a:ext cx="3882645" cy="308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Template Placeholder Title S06</a:t>
            </a:r>
            <a:r>
              <a:rPr lang="en-US" altLang="zh-CN" sz="1200" dirty="0">
                <a:solidFill>
                  <a:schemeClr val="bg1"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Template Placeholder Thanks</a:t>
            </a:r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Template Placeholder Contact</a:t>
            </a:r>
            <a:r>
              <a:rPr lang="en-US" altLang="zh-CN" sz="1200" dirty="0">
                <a:solidFill>
                  <a:schemeClr val="bg1"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Template Placeholder Contact</a:t>
            </a:r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Template Placeholder Contact</a:t>
            </a:r>
            <a:r>
              <a:rPr lang="en-US" altLang="zh-CN" sz="1200" dirty="0">
                <a:solidFill>
                  <a:schemeClr val="bg1"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Template Placeholder Contact</a:t>
            </a:r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Template Placeholder Contact</a:t>
            </a:r>
            <a:r>
              <a:rPr lang="en-US" altLang="zh-CN" sz="1200" dirty="0">
                <a:solidFill>
                  <a:schemeClr val="bg1">
                    <a:alpha val="56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399280" y="3518905"/>
            <a:ext cx="3403065" cy="1374553"/>
            <a:chOff x="4399280" y="2360651"/>
            <a:chExt cx="3403065" cy="1374553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4514614" y="3735204"/>
              <a:ext cx="3162773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4514614" y="2360651"/>
              <a:ext cx="3162773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4399280" y="2441415"/>
              <a:ext cx="3393440" cy="838689"/>
            </a:xfrm>
            <a:prstGeom prst="rect">
              <a:avLst/>
            </a:prstGeom>
            <a:noFill/>
          </p:spPr>
          <p:txBody>
            <a:bodyPr wrap="square" lIns="68579" tIns="34289" rIns="68579" bIns="34289" rtlCol="0">
              <a:spAutoFit/>
            </a:bodyPr>
            <a:lstStyle/>
            <a:p>
              <a:pPr algn="dist"/>
              <a:r>
                <a:rPr kumimoji="1" lang="zh-CN" altLang="en-US" sz="5000" b="1" spc="3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Arial" panose="020B0604020202020204" pitchFamily="34" charset="0"/>
                  <a:sym typeface="思源黑体旧字形 ExtraLight" panose="020B0200000000000000" pitchFamily="34" charset="-128"/>
                </a:rPr>
                <a:t>Template Placeholder Contact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408905" y="3278484"/>
              <a:ext cx="3393440" cy="346247"/>
            </a:xfrm>
            <a:prstGeom prst="rect">
              <a:avLst/>
            </a:prstGeom>
            <a:noFill/>
          </p:spPr>
          <p:txBody>
            <a:bodyPr wrap="square" lIns="68579" tIns="34289" rIns="68579" bIns="34289" rtlCol="0">
              <a:spAutoFit/>
            </a:bodyPr>
            <a:lstStyle/>
            <a:p>
              <a:pPr algn="dist"/>
              <a:r>
                <a:rPr kumimoji="1" lang="en-US" altLang="zh-CN" b="1" spc="-15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Arial" panose="020B0604020202020204" pitchFamily="34" charset="0"/>
                  <a:sym typeface="思源黑体旧字形 ExtraLight" panose="020B0200000000000000" pitchFamily="34" charset="-128"/>
                </a:rPr>
                <a:t>Template Placeholder Contact</a:t>
              </a:r>
              <a:endParaRPr kumimoji="1" lang="zh-CN" altLang="en-US" b="1" spc="-15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  <a:sym typeface="思源黑体旧字形 ExtraLight" panose="020B0200000000000000" pitchFamily="34" charset="-128"/>
              </a:endParaRPr>
            </a:p>
          </p:txBody>
        </p:sp>
      </p:grpSp>
      <p:pic>
        <p:nvPicPr>
          <p:cNvPr id="54" name="Image Placeholder 3" descr="placeholder imag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2271" b="99728" l="0" r="98981">
                        <a14:foregroundMark x1="28981" y1="15350" x2="67963" y2="22252"/>
                        <a14:foregroundMark x1="4815" y1="36603" x2="6481" y2="57493"/>
                        <a14:foregroundMark x1="2407" y1="42961" x2="0" y2="55041"/>
                        <a14:foregroundMark x1="1064" y1="61060" x2="1204" y2="61853"/>
                        <a14:foregroundMark x1="0" y1="55041" x2="891" y2="60082"/>
                        <a14:foregroundMark x1="21852" y1="70027" x2="87407" y2="64850"/>
                        <a14:foregroundMark x1="21667" y1="62125" x2="72778" y2="60854"/>
                        <a14:foregroundMark x1="32778" y1="58946" x2="78889" y2="55949"/>
                        <a14:foregroundMark x1="29167" y1="64305" x2="65278" y2="66485"/>
                        <a14:foregroundMark x1="71204" y1="65486" x2="71204" y2="75023"/>
                        <a14:foregroundMark x1="77685" y1="69664" x2="67963" y2="77384"/>
                        <a14:foregroundMark x1="68148" y1="90372" x2="46759" y2="95913"/>
                        <a14:foregroundMark x1="46759" y1="95913" x2="34074" y2="95550"/>
                        <a14:foregroundMark x1="66296" y1="95550" x2="63056" y2="97275"/>
                        <a14:foregroundMark x1="40741" y1="97729" x2="44630" y2="99909"/>
                        <a14:foregroundMark x1="20833" y1="59128" x2="62130" y2="54950"/>
                        <a14:foregroundMark x1="62130" y1="54950" x2="65463" y2="54950"/>
                        <a14:foregroundMark x1="90833" y1="53134" x2="88333" y2="65123"/>
                        <a14:foregroundMark x1="88333" y1="65123" x2="92037" y2="68029"/>
                        <a14:foregroundMark x1="94537" y1="50136" x2="62685" y2="19619"/>
                        <a14:foregroundMark x1="62685" y1="19619" x2="40278" y2="9628"/>
                        <a14:foregroundMark x1="11517" y1="7795" x2="7500" y2="7539"/>
                        <a14:foregroundMark x1="40278" y1="9628" x2="16503" y2="8113"/>
                        <a14:foregroundMark x1="6852" y1="5540" x2="7870" y2="4360"/>
                        <a14:foregroundMark x1="27130" y1="4541" x2="61296" y2="2361"/>
                        <a14:foregroundMark x1="61296" y1="2361" x2="61667" y2="2361"/>
                        <a14:foregroundMark x1="95741" y1="44777" x2="98981" y2="49773"/>
                        <a14:backgroundMark x1="14537" y1="6721" x2="13333" y2="9537"/>
                        <a14:backgroundMark x1="185" y1="59946" x2="0" y2="60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620" y="1730156"/>
            <a:ext cx="839122" cy="85543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8e973c6-88f4-4304-a7e3-aaae38e2e323"/>
  <p:tag name="COMMONDATA" val="eyJoZGlkIjoiMmJkZGI5YjY5YmYxMzUxN2MxMWZlYzVhZDE4ZTc4M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337;#407207;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FF0000"/>
      </a:accent2>
      <a:accent3>
        <a:srgbClr val="FF0000"/>
      </a:accent3>
      <a:accent4>
        <a:srgbClr val="FFC000"/>
      </a:accent4>
      <a:accent5>
        <a:srgbClr val="F4B183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447</Words>
  <Application>Microsoft Office PowerPoint</Application>
  <PresentationFormat>宽屏</PresentationFormat>
  <Paragraphs>96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华文中宋</vt:lpstr>
      <vt:lpstr>思源黑体 Bold</vt:lpstr>
      <vt:lpstr>微软雅黑</vt:lpstr>
      <vt:lpstr>微软雅黑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一飞</dc:creator>
  <cp:lastModifiedBy>23</cp:lastModifiedBy>
  <cp:revision>190</cp:revision>
  <dcterms:created xsi:type="dcterms:W3CDTF">2021-04-22T12:30:00Z</dcterms:created>
  <dcterms:modified xsi:type="dcterms:W3CDTF">2026-04-12T10:30:40Z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71044B0C52E746C5BB95971F1B946A2C_13</vt:lpwstr>
  </property>
  <property fmtid="{D5CDD505-2E9C-101B-9397-08002B2CF9AE}" pid="3" name="KSOProductBuildVer">
    <vt:lpwstr>2052-12.1.0.19302</vt:lpwstr>
  </property>
</Properties>
</file>