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2"/>
    <p:sldId id="257" r:id="rId23"/>
    <p:sldId id="258" r:id="rId24"/>
    <p:sldId id="259" r:id="rId25"/>
    <p:sldId id="260" r:id="rId26"/>
  </p:sldIdLst>
  <p:notesMasterIdLst>
    <p:notesMasterId r:id="rId17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
  <Relationship Id="rId1" Type="http://schemas.openxmlformats.org/officeDocument/2006/relationships/slideMaster" Target="slideMasters/slideMaster1.xml"/>
  <Relationship Id="rId17" Type="http://schemas.openxmlformats.org/officeDocument/2006/relationships/notesMaster" Target="notesMasters/notesMaster1.xml"/>
  <Relationship Id="rId18" Type="http://schemas.openxmlformats.org/officeDocument/2006/relationships/presProps" Target="presProps.xml"/>
  <Relationship Id="rId19" Type="http://schemas.openxmlformats.org/officeDocument/2006/relationships/viewProps" Target="viewProps.xml"/>
  <Relationship Id="rId20" Type="http://schemas.openxmlformats.org/officeDocument/2006/relationships/theme" Target="theme/theme1.xml"/>
  <Relationship Id="rId21" Type="http://schemas.openxmlformats.org/officeDocument/2006/relationships/tableStyles" Target="tableStyles.xml"/>
  <Relationship Id="rId22" Type="http://schemas.openxmlformats.org/officeDocument/2006/relationships/slide" Target="slides/slide1.xml"/>
  <Relationship Id="rId23" Type="http://schemas.openxmlformats.org/officeDocument/2006/relationships/slide" Target="slides/slide2.xml"/>
  <Relationship Id="rId24" Type="http://schemas.openxmlformats.org/officeDocument/2006/relationships/slide" Target="slides/slide3.xml"/>
  <Relationship Id="rId25" Type="http://schemas.openxmlformats.org/officeDocument/2006/relationships/slide" Target="slides/slide4.xml"/>
  <Relationship Id="rId26" Type="http://schemas.openxmlformats.org/officeDocument/2006/relationships/slide" Target="slides/slide5.xml"/>
</Relationships>
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template-slot-s01-rid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template-slot-s02-rid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54858cd4b871d0baec4e2899202cb91bd13617e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717834"/>
            <a:ext cx="2876550" cy="381000"/>
          </a:xfrm>
          <a:custGeom>
            <a:avLst/>
            <a:gdLst/>
            <a:ahLst/>
            <a:cxnLst/>
            <a:rect l="l" t="t" r="r" b="b"/>
            <a:pathLst>
              <a:path w="2876550" h="381000">
                <a:moveTo>
                  <a:pt x="0" y="0"/>
                </a:moveTo>
                <a:lnTo>
                  <a:pt x="2876550" y="0"/>
                </a:lnTo>
                <a:lnTo>
                  <a:pt x="28765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717834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794034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Title S01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327434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Placeholder Cover Subtitle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584734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9" name="Text 6"/>
          <p:cNvSpPr/>
          <p:nvPr/>
        </p:nvSpPr>
        <p:spPr>
          <a:xfrm>
            <a:off x="1447800" y="3413284"/>
            <a:ext cx="3733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5F737C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Placeholder Author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099084"/>
            <a:ext cx="74104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Author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1000" y="57492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5F737C">
              <a:alpha val="3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81000" y="6000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F737C">
              <a:alpha val="3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26256" y="61341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4" name="Text 11"/>
          <p:cNvSpPr/>
          <p:nvPr/>
        </p:nvSpPr>
        <p:spPr>
          <a:xfrm>
            <a:off x="990600" y="5981700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Author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90600" y="6210300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Author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982206" y="6115050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Author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8fb28fb65a7d4f14b2644e1d1f8fedae120ace06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86608" y="438150"/>
            <a:ext cx="257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8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Template Placeholder Title S02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76300" y="381000"/>
            <a:ext cx="4562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bullet placeholder 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8382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C9A87C"/>
              </a:gs>
              <a:gs pos="50000">
                <a:srgbClr val="5F737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400050" y="1009650"/>
            <a:ext cx="4495800" cy="2343150"/>
          </a:xfrm>
          <a:custGeom>
            <a:avLst/>
            <a:gdLst/>
            <a:ahLst/>
            <a:cxnLst/>
            <a:rect l="l" t="t" r="r" b="b"/>
            <a:pathLst>
              <a:path w="4495800" h="2343150">
                <a:moveTo>
                  <a:pt x="0" y="0"/>
                </a:moveTo>
                <a:lnTo>
                  <a:pt x="4457700" y="0"/>
                </a:lnTo>
                <a:cubicBezTo>
                  <a:pt x="4478742" y="0"/>
                  <a:pt x="4495800" y="17058"/>
                  <a:pt x="4495800" y="38100"/>
                </a:cubicBezTo>
                <a:lnTo>
                  <a:pt x="4495800" y="2305050"/>
                </a:lnTo>
                <a:cubicBezTo>
                  <a:pt x="4495800" y="2326092"/>
                  <a:pt x="4478742" y="2343150"/>
                  <a:pt x="4457700" y="2343150"/>
                </a:cubicBez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solidFill>
            <a:srgbClr val="5F737C">
              <a:alpha val="1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00050" y="1009650"/>
            <a:ext cx="38100" cy="2343150"/>
          </a:xfrm>
          <a:custGeom>
            <a:avLst/>
            <a:gdLst/>
            <a:ahLst/>
            <a:cxnLst/>
            <a:rect l="l" t="t" r="r" b="b"/>
            <a:pathLst>
              <a:path w="38100" h="2343150">
                <a:moveTo>
                  <a:pt x="0" y="0"/>
                </a:moveTo>
                <a:lnTo>
                  <a:pt x="38100" y="0"/>
                </a:lnTo>
                <a:lnTo>
                  <a:pt x="38100" y="2343150"/>
                </a:ln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0" name="Shape 7"/>
          <p:cNvSpPr/>
          <p:nvPr/>
        </p:nvSpPr>
        <p:spPr>
          <a:xfrm>
            <a:off x="600075" y="120002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1" name="Text 8"/>
          <p:cNvSpPr/>
          <p:nvPr/>
        </p:nvSpPr>
        <p:spPr>
          <a:xfrm>
            <a:off x="971550" y="1162050"/>
            <a:ext cx="847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bullet placeholder 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1500" y="1581029"/>
            <a:ext cx="4248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highlight>
                  <a:srgbClr val="5F737C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71500" y="1942979"/>
            <a:ext cx="2028825" cy="1257300"/>
          </a:xfrm>
          <a:custGeom>
            <a:avLst/>
            <a:gdLst/>
            <a:ahLst/>
            <a:cxnLst/>
            <a:rect l="l" t="t" r="r" b="b"/>
            <a:pathLst>
              <a:path w="2028825" h="1257300">
                <a:moveTo>
                  <a:pt x="38096" y="0"/>
                </a:moveTo>
                <a:lnTo>
                  <a:pt x="1990729" y="0"/>
                </a:lnTo>
                <a:cubicBezTo>
                  <a:pt x="2011769" y="0"/>
                  <a:pt x="2028825" y="17056"/>
                  <a:pt x="2028825" y="38096"/>
                </a:cubicBezTo>
                <a:lnTo>
                  <a:pt x="2028825" y="1219204"/>
                </a:lnTo>
                <a:cubicBezTo>
                  <a:pt x="2028825" y="1240244"/>
                  <a:pt x="2011769" y="1257300"/>
                  <a:pt x="1990729" y="1257300"/>
                </a:cubicBezTo>
                <a:lnTo>
                  <a:pt x="38096" y="1257300"/>
                </a:lnTo>
                <a:cubicBezTo>
                  <a:pt x="17056" y="1257300"/>
                  <a:pt x="0" y="1240244"/>
                  <a:pt x="0" y="12192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057279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" y="2323979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" y="2590679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5800" y="2857379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712720" y="1942979"/>
            <a:ext cx="2028825" cy="1257300"/>
          </a:xfrm>
          <a:custGeom>
            <a:avLst/>
            <a:gdLst/>
            <a:ahLst/>
            <a:cxnLst/>
            <a:rect l="l" t="t" r="r" b="b"/>
            <a:pathLst>
              <a:path w="2028825" h="1257300">
                <a:moveTo>
                  <a:pt x="38096" y="0"/>
                </a:moveTo>
                <a:lnTo>
                  <a:pt x="1990729" y="0"/>
                </a:lnTo>
                <a:cubicBezTo>
                  <a:pt x="2011769" y="0"/>
                  <a:pt x="2028825" y="17056"/>
                  <a:pt x="2028825" y="38096"/>
                </a:cubicBezTo>
                <a:lnTo>
                  <a:pt x="2028825" y="1219204"/>
                </a:lnTo>
                <a:cubicBezTo>
                  <a:pt x="2028825" y="1240244"/>
                  <a:pt x="2011769" y="1257300"/>
                  <a:pt x="1990729" y="1257300"/>
                </a:cubicBezTo>
                <a:lnTo>
                  <a:pt x="38096" y="1257300"/>
                </a:lnTo>
                <a:cubicBezTo>
                  <a:pt x="17056" y="1257300"/>
                  <a:pt x="0" y="1240244"/>
                  <a:pt x="0" y="12192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2827020" y="2057279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827020" y="2323979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827020" y="2590679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827020" y="2857379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00050" y="3466979"/>
            <a:ext cx="4495800" cy="1219200"/>
          </a:xfrm>
          <a:custGeom>
            <a:avLst/>
            <a:gdLst/>
            <a:ahLst/>
            <a:cxnLst/>
            <a:rect l="l" t="t" r="r" b="b"/>
            <a:pathLst>
              <a:path w="4495800" h="1219200">
                <a:moveTo>
                  <a:pt x="0" y="0"/>
                </a:moveTo>
                <a:lnTo>
                  <a:pt x="4457700" y="0"/>
                </a:lnTo>
                <a:cubicBezTo>
                  <a:pt x="4478728" y="0"/>
                  <a:pt x="4495800" y="17072"/>
                  <a:pt x="4495800" y="38100"/>
                </a:cubicBezTo>
                <a:lnTo>
                  <a:pt x="4495800" y="1181100"/>
                </a:lnTo>
                <a:cubicBezTo>
                  <a:pt x="4495800" y="1202128"/>
                  <a:pt x="4478728" y="1219200"/>
                  <a:pt x="445770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1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00050" y="3466979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5" name="Shape 22"/>
          <p:cNvSpPr/>
          <p:nvPr/>
        </p:nvSpPr>
        <p:spPr>
          <a:xfrm>
            <a:off x="600075" y="365736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114300"/>
                </a:moveTo>
                <a:lnTo>
                  <a:pt x="68089" y="131936"/>
                </a:lnTo>
                <a:cubicBezTo>
                  <a:pt x="62463" y="129748"/>
                  <a:pt x="56391" y="128588"/>
                  <a:pt x="50006" y="128588"/>
                </a:cubicBezTo>
                <a:cubicBezTo>
                  <a:pt x="22369" y="128588"/>
                  <a:pt x="0" y="150956"/>
                  <a:pt x="0" y="178594"/>
                </a:cubicBezTo>
                <a:cubicBezTo>
                  <a:pt x="0" y="206231"/>
                  <a:pt x="22369" y="228600"/>
                  <a:pt x="50006" y="228600"/>
                </a:cubicBezTo>
                <a:cubicBezTo>
                  <a:pt x="77644" y="228600"/>
                  <a:pt x="100013" y="206231"/>
                  <a:pt x="100013" y="178594"/>
                </a:cubicBezTo>
                <a:cubicBezTo>
                  <a:pt x="100013" y="172209"/>
                  <a:pt x="98807" y="166137"/>
                  <a:pt x="96664" y="160511"/>
                </a:cubicBezTo>
                <a:lnTo>
                  <a:pt x="222885" y="34290"/>
                </a:lnTo>
                <a:cubicBezTo>
                  <a:pt x="226055" y="31120"/>
                  <a:pt x="226055" y="26030"/>
                  <a:pt x="222885" y="22860"/>
                </a:cubicBezTo>
                <a:cubicBezTo>
                  <a:pt x="210249" y="10224"/>
                  <a:pt x="189801" y="10224"/>
                  <a:pt x="177165" y="22860"/>
                </a:cubicBezTo>
                <a:lnTo>
                  <a:pt x="114300" y="85725"/>
                </a:lnTo>
                <a:lnTo>
                  <a:pt x="96664" y="68089"/>
                </a:lnTo>
                <a:cubicBezTo>
                  <a:pt x="98852" y="62463"/>
                  <a:pt x="100013" y="56391"/>
                  <a:pt x="100013" y="50006"/>
                </a:cubicBezTo>
                <a:cubicBezTo>
                  <a:pt x="100013" y="22369"/>
                  <a:pt x="77644" y="0"/>
                  <a:pt x="50006" y="0"/>
                </a:cubicBezTo>
                <a:cubicBezTo>
                  <a:pt x="22369" y="0"/>
                  <a:pt x="0" y="22369"/>
                  <a:pt x="0" y="50006"/>
                </a:cubicBezTo>
                <a:cubicBezTo>
                  <a:pt x="0" y="77644"/>
                  <a:pt x="22369" y="100013"/>
                  <a:pt x="50006" y="100013"/>
                </a:cubicBezTo>
                <a:cubicBezTo>
                  <a:pt x="56391" y="100013"/>
                  <a:pt x="62463" y="98807"/>
                  <a:pt x="68089" y="96664"/>
                </a:cubicBezTo>
                <a:lnTo>
                  <a:pt x="85725" y="114300"/>
                </a:lnTo>
                <a:close/>
                <a:moveTo>
                  <a:pt x="129436" y="158011"/>
                </a:moveTo>
                <a:lnTo>
                  <a:pt x="177165" y="205740"/>
                </a:lnTo>
                <a:cubicBezTo>
                  <a:pt x="189801" y="218376"/>
                  <a:pt x="210249" y="218376"/>
                  <a:pt x="222885" y="205740"/>
                </a:cubicBezTo>
                <a:cubicBezTo>
                  <a:pt x="226055" y="202570"/>
                  <a:pt x="226055" y="197480"/>
                  <a:pt x="222885" y="194310"/>
                </a:cubicBezTo>
                <a:lnTo>
                  <a:pt x="158011" y="129436"/>
                </a:lnTo>
                <a:lnTo>
                  <a:pt x="129436" y="158011"/>
                </a:lnTo>
                <a:close/>
                <a:moveTo>
                  <a:pt x="28575" y="50006"/>
                </a:moveTo>
                <a:cubicBezTo>
                  <a:pt x="28575" y="38178"/>
                  <a:pt x="38178" y="28575"/>
                  <a:pt x="50006" y="28575"/>
                </a:cubicBezTo>
                <a:cubicBezTo>
                  <a:pt x="61834" y="28575"/>
                  <a:pt x="71438" y="38178"/>
                  <a:pt x="71438" y="50006"/>
                </a:cubicBezTo>
                <a:cubicBezTo>
                  <a:pt x="71438" y="61834"/>
                  <a:pt x="61834" y="71438"/>
                  <a:pt x="50006" y="71438"/>
                </a:cubicBezTo>
                <a:cubicBezTo>
                  <a:pt x="38178" y="71438"/>
                  <a:pt x="28575" y="61834"/>
                  <a:pt x="28575" y="50006"/>
                </a:cubicBezTo>
                <a:close/>
                <a:moveTo>
                  <a:pt x="50006" y="157163"/>
                </a:moveTo>
                <a:cubicBezTo>
                  <a:pt x="61834" y="157163"/>
                  <a:pt x="71438" y="166766"/>
                  <a:pt x="71438" y="178594"/>
                </a:cubicBezTo>
                <a:cubicBezTo>
                  <a:pt x="71438" y="190422"/>
                  <a:pt x="61834" y="200025"/>
                  <a:pt x="50006" y="200025"/>
                </a:cubicBezTo>
                <a:cubicBezTo>
                  <a:pt x="38178" y="200025"/>
                  <a:pt x="28575" y="190422"/>
                  <a:pt x="28575" y="178594"/>
                </a:cubicBezTo>
                <a:cubicBezTo>
                  <a:pt x="28575" y="166766"/>
                  <a:pt x="38178" y="157163"/>
                  <a:pt x="50006" y="15716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6" name="Text 23"/>
          <p:cNvSpPr/>
          <p:nvPr/>
        </p:nvSpPr>
        <p:spPr>
          <a:xfrm>
            <a:off x="971550" y="3619379"/>
            <a:ext cx="847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71500" y="4038367"/>
            <a:ext cx="4248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highlight>
                  <a:srgbClr val="5F737C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048250" y="1013460"/>
            <a:ext cx="6760845" cy="3227070"/>
          </a:xfrm>
          <a:custGeom>
            <a:avLst/>
            <a:gdLst/>
            <a:ahLst/>
            <a:cxnLst/>
            <a:rect l="l" t="t" r="r" b="b"/>
            <a:pathLst>
              <a:path w="6760845" h="3227070">
                <a:moveTo>
                  <a:pt x="38112" y="0"/>
                </a:moveTo>
                <a:lnTo>
                  <a:pt x="6722733" y="0"/>
                </a:lnTo>
                <a:cubicBezTo>
                  <a:pt x="6743782" y="0"/>
                  <a:pt x="6760845" y="17063"/>
                  <a:pt x="6760845" y="38112"/>
                </a:cubicBezTo>
                <a:lnTo>
                  <a:pt x="6760845" y="3188958"/>
                </a:lnTo>
                <a:cubicBezTo>
                  <a:pt x="6760845" y="3210007"/>
                  <a:pt x="6743782" y="3227070"/>
                  <a:pt x="6722733" y="3227070"/>
                </a:cubicBezTo>
                <a:lnTo>
                  <a:pt x="38112" y="3227070"/>
                </a:lnTo>
                <a:cubicBezTo>
                  <a:pt x="17063" y="3227070"/>
                  <a:pt x="0" y="3210007"/>
                  <a:pt x="0" y="3188958"/>
                </a:cubicBezTo>
                <a:lnTo>
                  <a:pt x="0" y="38112"/>
                </a:lnTo>
                <a:cubicBezTo>
                  <a:pt x="0" y="17063"/>
                  <a:pt x="17063" y="0"/>
                  <a:pt x="38112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87C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10160">
            <a:solidFill>
              <a:srgbClr val="C9A87C">
                <a:alpha val="30196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247323" y="120765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0"/>
                </a:moveTo>
                <a:cubicBezTo>
                  <a:pt x="22190" y="0"/>
                  <a:pt x="28575" y="6385"/>
                  <a:pt x="28575" y="14288"/>
                </a:cubicBezTo>
                <a:lnTo>
                  <a:pt x="28575" y="21431"/>
                </a:lnTo>
                <a:lnTo>
                  <a:pt x="59382" y="13752"/>
                </a:lnTo>
                <a:cubicBezTo>
                  <a:pt x="76393" y="9510"/>
                  <a:pt x="94342" y="11475"/>
                  <a:pt x="110058" y="19333"/>
                </a:cubicBezTo>
                <a:cubicBezTo>
                  <a:pt x="130731" y="29691"/>
                  <a:pt x="155064" y="29691"/>
                  <a:pt x="175736" y="19333"/>
                </a:cubicBezTo>
                <a:lnTo>
                  <a:pt x="180023" y="17190"/>
                </a:lnTo>
                <a:cubicBezTo>
                  <a:pt x="189220" y="12546"/>
                  <a:pt x="200025" y="19243"/>
                  <a:pt x="200025" y="29513"/>
                </a:cubicBezTo>
                <a:lnTo>
                  <a:pt x="200025" y="154394"/>
                </a:lnTo>
                <a:cubicBezTo>
                  <a:pt x="200025" y="160333"/>
                  <a:pt x="196319" y="165690"/>
                  <a:pt x="190738" y="167789"/>
                </a:cubicBezTo>
                <a:lnTo>
                  <a:pt x="175245" y="173593"/>
                </a:lnTo>
                <a:cubicBezTo>
                  <a:pt x="154618" y="181317"/>
                  <a:pt x="131668" y="180112"/>
                  <a:pt x="111978" y="170289"/>
                </a:cubicBezTo>
                <a:cubicBezTo>
                  <a:pt x="95057" y="161806"/>
                  <a:pt x="75634" y="159707"/>
                  <a:pt x="57284" y="164306"/>
                </a:cubicBezTo>
                <a:lnTo>
                  <a:pt x="28575" y="171450"/>
                </a:ln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lnTo>
                  <a:pt x="0" y="14288"/>
                </a:lnTo>
                <a:cubicBezTo>
                  <a:pt x="0" y="6385"/>
                  <a:pt x="6385" y="0"/>
                  <a:pt x="14288" y="0"/>
                </a:cubicBezTo>
                <a:close/>
                <a:moveTo>
                  <a:pt x="28575" y="83537"/>
                </a:moveTo>
                <a:lnTo>
                  <a:pt x="57150" y="77331"/>
                </a:lnTo>
                <a:lnTo>
                  <a:pt x="57150" y="106576"/>
                </a:lnTo>
                <a:lnTo>
                  <a:pt x="28575" y="112782"/>
                </a:lnTo>
                <a:lnTo>
                  <a:pt x="28575" y="142027"/>
                </a:lnTo>
                <a:lnTo>
                  <a:pt x="50363" y="136580"/>
                </a:lnTo>
                <a:cubicBezTo>
                  <a:pt x="52641" y="135999"/>
                  <a:pt x="54873" y="135508"/>
                  <a:pt x="57150" y="135106"/>
                </a:cubicBezTo>
                <a:lnTo>
                  <a:pt x="57150" y="106576"/>
                </a:lnTo>
                <a:lnTo>
                  <a:pt x="74518" y="102825"/>
                </a:lnTo>
                <a:cubicBezTo>
                  <a:pt x="78224" y="102022"/>
                  <a:pt x="81975" y="101709"/>
                  <a:pt x="85725" y="101888"/>
                </a:cubicBezTo>
                <a:lnTo>
                  <a:pt x="85725" y="73313"/>
                </a:lnTo>
                <a:cubicBezTo>
                  <a:pt x="91797" y="73491"/>
                  <a:pt x="97869" y="74474"/>
                  <a:pt x="103763" y="76170"/>
                </a:cubicBezTo>
                <a:lnTo>
                  <a:pt x="114300" y="79251"/>
                </a:lnTo>
                <a:lnTo>
                  <a:pt x="114300" y="109031"/>
                </a:lnTo>
                <a:lnTo>
                  <a:pt x="95682" y="103540"/>
                </a:lnTo>
                <a:cubicBezTo>
                  <a:pt x="92422" y="102602"/>
                  <a:pt x="89074" y="102022"/>
                  <a:pt x="85725" y="101843"/>
                </a:cubicBezTo>
                <a:lnTo>
                  <a:pt x="85725" y="133722"/>
                </a:lnTo>
                <a:cubicBezTo>
                  <a:pt x="95458" y="134570"/>
                  <a:pt x="105058" y="136714"/>
                  <a:pt x="114300" y="140151"/>
                </a:cubicBezTo>
                <a:lnTo>
                  <a:pt x="114300" y="108987"/>
                </a:lnTo>
                <a:lnTo>
                  <a:pt x="124435" y="111978"/>
                </a:lnTo>
                <a:cubicBezTo>
                  <a:pt x="130463" y="113764"/>
                  <a:pt x="136624" y="114836"/>
                  <a:pt x="142875" y="115282"/>
                </a:cubicBezTo>
                <a:lnTo>
                  <a:pt x="142875" y="86618"/>
                </a:lnTo>
                <a:cubicBezTo>
                  <a:pt x="139392" y="86261"/>
                  <a:pt x="135910" y="85591"/>
                  <a:pt x="132517" y="84609"/>
                </a:cubicBezTo>
                <a:lnTo>
                  <a:pt x="114300" y="79251"/>
                </a:lnTo>
                <a:lnTo>
                  <a:pt x="114300" y="51569"/>
                </a:lnTo>
                <a:cubicBezTo>
                  <a:pt x="108496" y="49872"/>
                  <a:pt x="102781" y="47640"/>
                  <a:pt x="97244" y="44872"/>
                </a:cubicBezTo>
                <a:cubicBezTo>
                  <a:pt x="93583" y="43041"/>
                  <a:pt x="89699" y="41746"/>
                  <a:pt x="85725" y="40943"/>
                </a:cubicBezTo>
                <a:lnTo>
                  <a:pt x="85725" y="73268"/>
                </a:lnTo>
                <a:cubicBezTo>
                  <a:pt x="79921" y="73089"/>
                  <a:pt x="74116" y="73625"/>
                  <a:pt x="68446" y="74875"/>
                </a:cubicBezTo>
                <a:lnTo>
                  <a:pt x="57150" y="77331"/>
                </a:lnTo>
                <a:lnTo>
                  <a:pt x="57150" y="43755"/>
                </a:lnTo>
                <a:lnTo>
                  <a:pt x="28575" y="50899"/>
                </a:lnTo>
                <a:lnTo>
                  <a:pt x="28575" y="83537"/>
                </a:lnTo>
                <a:close/>
                <a:moveTo>
                  <a:pt x="142875" y="149885"/>
                </a:moveTo>
                <a:cubicBezTo>
                  <a:pt x="150376" y="150555"/>
                  <a:pt x="158011" y="149572"/>
                  <a:pt x="165199" y="146849"/>
                </a:cubicBezTo>
                <a:lnTo>
                  <a:pt x="171450" y="144527"/>
                </a:lnTo>
                <a:lnTo>
                  <a:pt x="171450" y="112514"/>
                </a:lnTo>
                <a:lnTo>
                  <a:pt x="167923" y="113318"/>
                </a:lnTo>
                <a:cubicBezTo>
                  <a:pt x="159707" y="115238"/>
                  <a:pt x="151269" y="115863"/>
                  <a:pt x="142875" y="115327"/>
                </a:cubicBezTo>
                <a:lnTo>
                  <a:pt x="142875" y="149885"/>
                </a:lnTo>
                <a:close/>
                <a:moveTo>
                  <a:pt x="171450" y="83180"/>
                </a:moveTo>
                <a:lnTo>
                  <a:pt x="171450" y="51569"/>
                </a:lnTo>
                <a:cubicBezTo>
                  <a:pt x="162118" y="54292"/>
                  <a:pt x="152519" y="55632"/>
                  <a:pt x="142875" y="55632"/>
                </a:cubicBezTo>
                <a:lnTo>
                  <a:pt x="142875" y="86618"/>
                </a:lnTo>
                <a:cubicBezTo>
                  <a:pt x="149081" y="87243"/>
                  <a:pt x="155377" y="86841"/>
                  <a:pt x="161493" y="85457"/>
                </a:cubicBezTo>
                <a:lnTo>
                  <a:pt x="171450" y="83135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30" name="Text 27"/>
          <p:cNvSpPr/>
          <p:nvPr/>
        </p:nvSpPr>
        <p:spPr>
          <a:xfrm>
            <a:off x="5604510" y="1169668"/>
            <a:ext cx="847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204460" y="1588657"/>
            <a:ext cx="6448425" cy="1238250"/>
          </a:xfrm>
          <a:custGeom>
            <a:avLst/>
            <a:gdLst/>
            <a:ahLst/>
            <a:cxnLst/>
            <a:rect l="l" t="t" r="r" b="b"/>
            <a:pathLst>
              <a:path w="6448425" h="1238250">
                <a:moveTo>
                  <a:pt x="38101" y="0"/>
                </a:moveTo>
                <a:lnTo>
                  <a:pt x="6410324" y="0"/>
                </a:lnTo>
                <a:cubicBezTo>
                  <a:pt x="6431367" y="0"/>
                  <a:pt x="6448425" y="17058"/>
                  <a:pt x="6448425" y="38101"/>
                </a:cubicBezTo>
                <a:lnTo>
                  <a:pt x="6448425" y="1200149"/>
                </a:lnTo>
                <a:cubicBezTo>
                  <a:pt x="6448425" y="1221192"/>
                  <a:pt x="6431367" y="1238250"/>
                  <a:pt x="6410324" y="1238250"/>
                </a:cubicBezTo>
                <a:lnTo>
                  <a:pt x="38101" y="1238250"/>
                </a:lnTo>
                <a:cubicBezTo>
                  <a:pt x="17058" y="1238250"/>
                  <a:pt x="0" y="1221192"/>
                  <a:pt x="0" y="1200149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5309235" y="1741057"/>
            <a:ext cx="62388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image caption placeholder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C9A87C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image caption placeholder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233035" y="297454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34" name="Text 31"/>
          <p:cNvSpPr/>
          <p:nvPr/>
        </p:nvSpPr>
        <p:spPr>
          <a:xfrm>
            <a:off x="5471160" y="2936444"/>
            <a:ext cx="256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233035" y="327934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36" name="Text 33"/>
          <p:cNvSpPr/>
          <p:nvPr/>
        </p:nvSpPr>
        <p:spPr>
          <a:xfrm>
            <a:off x="5471160" y="3241244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5233035" y="358414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38" name="Text 35"/>
          <p:cNvSpPr/>
          <p:nvPr/>
        </p:nvSpPr>
        <p:spPr>
          <a:xfrm>
            <a:off x="5471160" y="3546044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048250" y="4362567"/>
            <a:ext cx="6760845" cy="1569720"/>
          </a:xfrm>
          <a:custGeom>
            <a:avLst/>
            <a:gdLst/>
            <a:ahLst/>
            <a:cxnLst/>
            <a:rect l="l" t="t" r="r" b="b"/>
            <a:pathLst>
              <a:path w="6760845" h="1569720">
                <a:moveTo>
                  <a:pt x="38097" y="0"/>
                </a:moveTo>
                <a:lnTo>
                  <a:pt x="6722748" y="0"/>
                </a:lnTo>
                <a:cubicBezTo>
                  <a:pt x="6743788" y="0"/>
                  <a:pt x="6760845" y="17057"/>
                  <a:pt x="6760845" y="38097"/>
                </a:cubicBezTo>
                <a:lnTo>
                  <a:pt x="6760845" y="1531623"/>
                </a:lnTo>
                <a:cubicBezTo>
                  <a:pt x="6760845" y="1552663"/>
                  <a:pt x="6743788" y="1569720"/>
                  <a:pt x="6722748" y="1569720"/>
                </a:cubicBezTo>
                <a:lnTo>
                  <a:pt x="38097" y="1569720"/>
                </a:lnTo>
                <a:cubicBezTo>
                  <a:pt x="17057" y="1569720"/>
                  <a:pt x="0" y="1552663"/>
                  <a:pt x="0" y="1531623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C9A87C">
              <a:alpha val="10196"/>
            </a:srgbClr>
          </a:solidFill>
          <a:ln w="10160">
            <a:solidFill>
              <a:srgbClr val="C9A87C">
                <a:alpha val="30196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7310" y="4518785"/>
            <a:ext cx="6562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87C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621542" y="496824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42" name="Text 39"/>
          <p:cNvSpPr/>
          <p:nvPr/>
        </p:nvSpPr>
        <p:spPr>
          <a:xfrm>
            <a:off x="5414010" y="4937764"/>
            <a:ext cx="627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154942" y="527304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44" name="Text 41"/>
          <p:cNvSpPr/>
          <p:nvPr/>
        </p:nvSpPr>
        <p:spPr>
          <a:xfrm>
            <a:off x="5414010" y="5242564"/>
            <a:ext cx="627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773942" y="557784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46" name="Text 43"/>
          <p:cNvSpPr/>
          <p:nvPr/>
        </p:nvSpPr>
        <p:spPr>
          <a:xfrm>
            <a:off x="5414010" y="5547364"/>
            <a:ext cx="627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81000" y="6054092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5F737C">
              <a:alpha val="30196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4443532" y="62484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49" name="Text 46"/>
          <p:cNvSpPr/>
          <p:nvPr/>
        </p:nvSpPr>
        <p:spPr>
          <a:xfrm>
            <a:off x="4784050" y="621030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289000" y="622935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5F737C">
              <a:alpha val="30196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627138" y="6248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23812"/>
                </a:moveTo>
                <a:cubicBezTo>
                  <a:pt x="8000" y="23812"/>
                  <a:pt x="0" y="31812"/>
                  <a:pt x="0" y="41672"/>
                </a:cubicBezTo>
                <a:cubicBezTo>
                  <a:pt x="0" y="47290"/>
                  <a:pt x="2642" y="52574"/>
                  <a:pt x="7144" y="55959"/>
                </a:cubicBezTo>
                <a:lnTo>
                  <a:pt x="84534" y="114002"/>
                </a:lnTo>
                <a:cubicBezTo>
                  <a:pt x="90897" y="118765"/>
                  <a:pt x="99603" y="118765"/>
                  <a:pt x="105966" y="114002"/>
                </a:cubicBezTo>
                <a:lnTo>
                  <a:pt x="183356" y="55959"/>
                </a:lnTo>
                <a:cubicBezTo>
                  <a:pt x="187858" y="52574"/>
                  <a:pt x="190500" y="47290"/>
                  <a:pt x="190500" y="41672"/>
                </a:cubicBezTo>
                <a:cubicBezTo>
                  <a:pt x="190500" y="31812"/>
                  <a:pt x="182500" y="23812"/>
                  <a:pt x="172641" y="23812"/>
                </a:cubicBezTo>
                <a:lnTo>
                  <a:pt x="17859" y="23812"/>
                </a:lnTo>
                <a:close/>
                <a:moveTo>
                  <a:pt x="0" y="72926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2926"/>
                </a:lnTo>
                <a:lnTo>
                  <a:pt x="116681" y="128290"/>
                </a:lnTo>
                <a:cubicBezTo>
                  <a:pt x="103994" y="137815"/>
                  <a:pt x="86506" y="137815"/>
                  <a:pt x="73819" y="128290"/>
                </a:cubicBezTo>
                <a:lnTo>
                  <a:pt x="0" y="72926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52" name="Text 49"/>
          <p:cNvSpPr/>
          <p:nvPr/>
        </p:nvSpPr>
        <p:spPr>
          <a:xfrm>
            <a:off x="6955750" y="6210300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82441" y="4381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8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Template Placeholder Title S03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3467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bullet placeholder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8382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C9A87C"/>
              </a:gs>
              <a:gs pos="50000">
                <a:srgbClr val="5F737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5619750" cy="2381250"/>
          </a:xfrm>
          <a:custGeom>
            <a:avLst/>
            <a:gdLst/>
            <a:ahLst/>
            <a:cxnLst/>
            <a:rect l="l" t="t" r="r" b="b"/>
            <a:pathLst>
              <a:path w="5619750" h="2381250">
                <a:moveTo>
                  <a:pt x="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2343150"/>
                </a:lnTo>
                <a:cubicBezTo>
                  <a:pt x="5619750" y="2364178"/>
                  <a:pt x="5602678" y="2381250"/>
                  <a:pt x="5581650" y="2381250"/>
                </a:cubicBezTo>
                <a:lnTo>
                  <a:pt x="0" y="2381250"/>
                </a:lnTo>
                <a:lnTo>
                  <a:pt x="0" y="0"/>
                </a:lnTo>
                <a:close/>
              </a:path>
            </a:pathLst>
          </a:custGeom>
          <a:solidFill>
            <a:srgbClr val="5F737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2381250"/>
          </a:xfrm>
          <a:custGeom>
            <a:avLst/>
            <a:gdLst/>
            <a:ahLst/>
            <a:cxnLst/>
            <a:rect l="l" t="t" r="r" b="b"/>
            <a:pathLst>
              <a:path w="38100" h="2381250">
                <a:moveTo>
                  <a:pt x="0" y="0"/>
                </a:moveTo>
                <a:lnTo>
                  <a:pt x="38100" y="0"/>
                </a:lnTo>
                <a:lnTo>
                  <a:pt x="38100" y="2381250"/>
                </a:lnTo>
                <a:lnTo>
                  <a:pt x="0" y="238125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8" name="Shape 6"/>
          <p:cNvSpPr/>
          <p:nvPr/>
        </p:nvSpPr>
        <p:spPr>
          <a:xfrm>
            <a:off x="614363" y="137243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661" y="-11787"/>
                </a:moveTo>
                <a:cubicBezTo>
                  <a:pt x="75813" y="-15270"/>
                  <a:pt x="81930" y="-15136"/>
                  <a:pt x="85904" y="-11385"/>
                </a:cubicBezTo>
                <a:cubicBezTo>
                  <a:pt x="91395" y="-6206"/>
                  <a:pt x="96307" y="-491"/>
                  <a:pt x="101039" y="5313"/>
                </a:cubicBezTo>
                <a:cubicBezTo>
                  <a:pt x="107067" y="12680"/>
                  <a:pt x="114300" y="22414"/>
                  <a:pt x="121265" y="33977"/>
                </a:cubicBezTo>
                <a:cubicBezTo>
                  <a:pt x="123587" y="30941"/>
                  <a:pt x="125730" y="28262"/>
                  <a:pt x="127605" y="25985"/>
                </a:cubicBezTo>
                <a:cubicBezTo>
                  <a:pt x="128096" y="25405"/>
                  <a:pt x="128588" y="24780"/>
                  <a:pt x="129079" y="24155"/>
                </a:cubicBezTo>
                <a:cubicBezTo>
                  <a:pt x="132606" y="19779"/>
                  <a:pt x="136981" y="14287"/>
                  <a:pt x="142830" y="14287"/>
                </a:cubicBezTo>
                <a:cubicBezTo>
                  <a:pt x="148813" y="14287"/>
                  <a:pt x="153010" y="19601"/>
                  <a:pt x="156582" y="24155"/>
                </a:cubicBezTo>
                <a:cubicBezTo>
                  <a:pt x="157163" y="24914"/>
                  <a:pt x="157743" y="25628"/>
                  <a:pt x="158323" y="26298"/>
                </a:cubicBezTo>
                <a:cubicBezTo>
                  <a:pt x="162922" y="31834"/>
                  <a:pt x="169039" y="39826"/>
                  <a:pt x="175156" y="49694"/>
                </a:cubicBezTo>
                <a:cubicBezTo>
                  <a:pt x="187300" y="69294"/>
                  <a:pt x="199980" y="97200"/>
                  <a:pt x="199980" y="128543"/>
                </a:cubicBezTo>
                <a:cubicBezTo>
                  <a:pt x="199980" y="183773"/>
                  <a:pt x="155198" y="228555"/>
                  <a:pt x="99968" y="228555"/>
                </a:cubicBezTo>
                <a:cubicBezTo>
                  <a:pt x="44738" y="228555"/>
                  <a:pt x="0" y="183818"/>
                  <a:pt x="0" y="128588"/>
                </a:cubicBezTo>
                <a:cubicBezTo>
                  <a:pt x="0" y="87913"/>
                  <a:pt x="18351" y="52685"/>
                  <a:pt x="35942" y="28129"/>
                </a:cubicBezTo>
                <a:cubicBezTo>
                  <a:pt x="44827" y="15761"/>
                  <a:pt x="53667" y="5849"/>
                  <a:pt x="60320" y="-938"/>
                </a:cubicBezTo>
                <a:cubicBezTo>
                  <a:pt x="63981" y="-4688"/>
                  <a:pt x="67687" y="-8394"/>
                  <a:pt x="71705" y="-11743"/>
                </a:cubicBezTo>
                <a:close/>
                <a:moveTo>
                  <a:pt x="100772" y="185738"/>
                </a:moveTo>
                <a:cubicBezTo>
                  <a:pt x="112068" y="185738"/>
                  <a:pt x="122069" y="182612"/>
                  <a:pt x="131490" y="176361"/>
                </a:cubicBezTo>
                <a:cubicBezTo>
                  <a:pt x="150287" y="163235"/>
                  <a:pt x="155332" y="136981"/>
                  <a:pt x="144036" y="116354"/>
                </a:cubicBezTo>
                <a:cubicBezTo>
                  <a:pt x="142027" y="112335"/>
                  <a:pt x="136892" y="112068"/>
                  <a:pt x="133990" y="115461"/>
                </a:cubicBezTo>
                <a:lnTo>
                  <a:pt x="122739" y="128543"/>
                </a:lnTo>
                <a:cubicBezTo>
                  <a:pt x="119792" y="131936"/>
                  <a:pt x="114479" y="131847"/>
                  <a:pt x="111710" y="128320"/>
                </a:cubicBezTo>
                <a:cubicBezTo>
                  <a:pt x="103986" y="118452"/>
                  <a:pt x="89788" y="100459"/>
                  <a:pt x="82555" y="91261"/>
                </a:cubicBezTo>
                <a:cubicBezTo>
                  <a:pt x="80144" y="88181"/>
                  <a:pt x="75768" y="87690"/>
                  <a:pt x="72956" y="90413"/>
                </a:cubicBezTo>
                <a:cubicBezTo>
                  <a:pt x="64785" y="98361"/>
                  <a:pt x="49962" y="115773"/>
                  <a:pt x="49962" y="136981"/>
                </a:cubicBezTo>
                <a:cubicBezTo>
                  <a:pt x="49962" y="167610"/>
                  <a:pt x="72554" y="185738"/>
                  <a:pt x="100727" y="185738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9" name="Text 7"/>
          <p:cNvSpPr/>
          <p:nvPr/>
        </p:nvSpPr>
        <p:spPr>
          <a:xfrm>
            <a:off x="971550" y="1334453"/>
            <a:ext cx="847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bullet placeholder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1753434"/>
            <a:ext cx="5372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highlight>
                  <a:srgbClr val="C9A87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2610684"/>
            <a:ext cx="5295900" cy="457200"/>
          </a:xfrm>
          <a:custGeom>
            <a:avLst/>
            <a:gdLst/>
            <a:ahLst/>
            <a:cxnLst/>
            <a:rect l="l" t="t" r="r" b="b"/>
            <a:pathLst>
              <a:path w="5295900" h="457200">
                <a:moveTo>
                  <a:pt x="38098" y="0"/>
                </a:moveTo>
                <a:lnTo>
                  <a:pt x="5257802" y="0"/>
                </a:lnTo>
                <a:cubicBezTo>
                  <a:pt x="5278843" y="0"/>
                  <a:pt x="5295900" y="17057"/>
                  <a:pt x="5295900" y="38098"/>
                </a:cubicBezTo>
                <a:lnTo>
                  <a:pt x="5295900" y="419102"/>
                </a:lnTo>
                <a:cubicBezTo>
                  <a:pt x="5295900" y="440143"/>
                  <a:pt x="5278843" y="457200"/>
                  <a:pt x="52578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4375" y="275546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3" name="Text 11"/>
          <p:cNvSpPr/>
          <p:nvPr/>
        </p:nvSpPr>
        <p:spPr>
          <a:xfrm>
            <a:off x="933450" y="2724984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3507106"/>
            <a:ext cx="5619750" cy="2381250"/>
          </a:xfrm>
          <a:custGeom>
            <a:avLst/>
            <a:gdLst/>
            <a:ahLst/>
            <a:cxnLst/>
            <a:rect l="l" t="t" r="r" b="b"/>
            <a:pathLst>
              <a:path w="5619750" h="2381250">
                <a:moveTo>
                  <a:pt x="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2343150"/>
                </a:lnTo>
                <a:cubicBezTo>
                  <a:pt x="5619750" y="2364178"/>
                  <a:pt x="5602678" y="2381250"/>
                  <a:pt x="5581650" y="2381250"/>
                </a:cubicBezTo>
                <a:lnTo>
                  <a:pt x="0" y="238125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00050" y="3507106"/>
            <a:ext cx="38100" cy="2381250"/>
          </a:xfrm>
          <a:custGeom>
            <a:avLst/>
            <a:gdLst/>
            <a:ahLst/>
            <a:cxnLst/>
            <a:rect l="l" t="t" r="r" b="b"/>
            <a:pathLst>
              <a:path w="38100" h="2381250">
                <a:moveTo>
                  <a:pt x="0" y="0"/>
                </a:moveTo>
                <a:lnTo>
                  <a:pt x="38100" y="0"/>
                </a:lnTo>
                <a:lnTo>
                  <a:pt x="38100" y="2381250"/>
                </a:lnTo>
                <a:lnTo>
                  <a:pt x="0" y="2381250"/>
                </a:lnTo>
                <a:lnTo>
                  <a:pt x="0" y="0"/>
                </a:ln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6" name="Shape 14"/>
          <p:cNvSpPr/>
          <p:nvPr/>
        </p:nvSpPr>
        <p:spPr>
          <a:xfrm>
            <a:off x="600075" y="41080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7" name="Text 15"/>
          <p:cNvSpPr/>
          <p:nvPr/>
        </p:nvSpPr>
        <p:spPr>
          <a:xfrm>
            <a:off x="971550" y="4070033"/>
            <a:ext cx="847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" y="4489013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highlight>
                  <a:srgbClr val="5F737C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0550" y="51367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" y="5098613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6010" y="1013460"/>
            <a:ext cx="5627370" cy="2379345"/>
          </a:xfrm>
          <a:custGeom>
            <a:avLst/>
            <a:gdLst/>
            <a:ahLst/>
            <a:cxnLst/>
            <a:rect l="l" t="t" r="r" b="b"/>
            <a:pathLst>
              <a:path w="5627370" h="2379345">
                <a:moveTo>
                  <a:pt x="38093" y="0"/>
                </a:moveTo>
                <a:lnTo>
                  <a:pt x="5589277" y="0"/>
                </a:lnTo>
                <a:cubicBezTo>
                  <a:pt x="5610315" y="0"/>
                  <a:pt x="5627370" y="17055"/>
                  <a:pt x="5627370" y="38093"/>
                </a:cubicBezTo>
                <a:lnTo>
                  <a:pt x="5627370" y="2341252"/>
                </a:lnTo>
                <a:cubicBezTo>
                  <a:pt x="5627370" y="2362290"/>
                  <a:pt x="5610315" y="2379345"/>
                  <a:pt x="5589277" y="2379345"/>
                </a:cubicBezTo>
                <a:lnTo>
                  <a:pt x="38093" y="2379345"/>
                </a:lnTo>
                <a:cubicBezTo>
                  <a:pt x="17055" y="2379345"/>
                  <a:pt x="0" y="2362290"/>
                  <a:pt x="0" y="2341252"/>
                </a:cubicBezTo>
                <a:lnTo>
                  <a:pt x="0" y="38093"/>
                </a:lnTo>
                <a:cubicBezTo>
                  <a:pt x="0" y="17069"/>
                  <a:pt x="17069" y="0"/>
                  <a:pt x="38093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87C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10160">
            <a:solidFill>
              <a:srgbClr val="C9A87C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5082" y="126289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64294"/>
                </a:moveTo>
                <a:cubicBezTo>
                  <a:pt x="171450" y="28798"/>
                  <a:pt x="139482" y="0"/>
                  <a:pt x="100013" y="0"/>
                </a:cubicBezTo>
                <a:cubicBezTo>
                  <a:pt x="60543" y="0"/>
                  <a:pt x="28575" y="28798"/>
                  <a:pt x="28575" y="64294"/>
                </a:cubicBezTo>
                <a:cubicBezTo>
                  <a:pt x="28575" y="85323"/>
                  <a:pt x="39782" y="103986"/>
                  <a:pt x="57150" y="115729"/>
                </a:cubicBezTo>
                <a:lnTo>
                  <a:pt x="57150" y="128588"/>
                </a:lnTo>
                <a:cubicBezTo>
                  <a:pt x="57150" y="136490"/>
                  <a:pt x="63535" y="142875"/>
                  <a:pt x="71438" y="142875"/>
                </a:cubicBezTo>
                <a:lnTo>
                  <a:pt x="128588" y="142875"/>
                </a:lnTo>
                <a:cubicBezTo>
                  <a:pt x="136490" y="142875"/>
                  <a:pt x="142875" y="136490"/>
                  <a:pt x="142875" y="128588"/>
                </a:cubicBezTo>
                <a:lnTo>
                  <a:pt x="142875" y="115729"/>
                </a:lnTo>
                <a:cubicBezTo>
                  <a:pt x="160243" y="103986"/>
                  <a:pt x="171450" y="85323"/>
                  <a:pt x="171450" y="64294"/>
                </a:cubicBezTo>
                <a:close/>
                <a:moveTo>
                  <a:pt x="71438" y="57150"/>
                </a:moveTo>
                <a:cubicBezTo>
                  <a:pt x="79323" y="57150"/>
                  <a:pt x="85725" y="63552"/>
                  <a:pt x="85725" y="71438"/>
                </a:cubicBezTo>
                <a:cubicBezTo>
                  <a:pt x="85725" y="79323"/>
                  <a:pt x="79323" y="85725"/>
                  <a:pt x="71438" y="85725"/>
                </a:cubicBezTo>
                <a:cubicBezTo>
                  <a:pt x="63552" y="85725"/>
                  <a:pt x="57150" y="79323"/>
                  <a:pt x="57150" y="71438"/>
                </a:cubicBezTo>
                <a:cubicBezTo>
                  <a:pt x="57150" y="63552"/>
                  <a:pt x="63552" y="57150"/>
                  <a:pt x="71438" y="57150"/>
                </a:cubicBezTo>
                <a:close/>
                <a:moveTo>
                  <a:pt x="114300" y="71438"/>
                </a:moveTo>
                <a:cubicBezTo>
                  <a:pt x="114300" y="63552"/>
                  <a:pt x="120702" y="57150"/>
                  <a:pt x="128588" y="57150"/>
                </a:cubicBezTo>
                <a:cubicBezTo>
                  <a:pt x="136473" y="57150"/>
                  <a:pt x="142875" y="63552"/>
                  <a:pt x="142875" y="71438"/>
                </a:cubicBezTo>
                <a:cubicBezTo>
                  <a:pt x="142875" y="79323"/>
                  <a:pt x="136473" y="85725"/>
                  <a:pt x="128588" y="85725"/>
                </a:cubicBezTo>
                <a:cubicBezTo>
                  <a:pt x="120702" y="85725"/>
                  <a:pt x="114300" y="79323"/>
                  <a:pt x="114300" y="71438"/>
                </a:cubicBezTo>
                <a:close/>
                <a:moveTo>
                  <a:pt x="198909" y="151671"/>
                </a:moveTo>
                <a:cubicBezTo>
                  <a:pt x="195873" y="144393"/>
                  <a:pt x="187523" y="140955"/>
                  <a:pt x="180246" y="143991"/>
                </a:cubicBezTo>
                <a:lnTo>
                  <a:pt x="100013" y="177388"/>
                </a:lnTo>
                <a:lnTo>
                  <a:pt x="19779" y="143991"/>
                </a:lnTo>
                <a:cubicBezTo>
                  <a:pt x="12502" y="140955"/>
                  <a:pt x="4152" y="144393"/>
                  <a:pt x="1116" y="151671"/>
                </a:cubicBezTo>
                <a:cubicBezTo>
                  <a:pt x="-1920" y="158948"/>
                  <a:pt x="1518" y="167298"/>
                  <a:pt x="8796" y="170334"/>
                </a:cubicBezTo>
                <a:lnTo>
                  <a:pt x="62865" y="192881"/>
                </a:lnTo>
                <a:lnTo>
                  <a:pt x="8796" y="215429"/>
                </a:lnTo>
                <a:cubicBezTo>
                  <a:pt x="1518" y="218465"/>
                  <a:pt x="-1920" y="226814"/>
                  <a:pt x="1116" y="234092"/>
                </a:cubicBezTo>
                <a:cubicBezTo>
                  <a:pt x="4152" y="241369"/>
                  <a:pt x="12502" y="244807"/>
                  <a:pt x="19779" y="241771"/>
                </a:cubicBezTo>
                <a:lnTo>
                  <a:pt x="100013" y="208374"/>
                </a:lnTo>
                <a:lnTo>
                  <a:pt x="180246" y="241771"/>
                </a:lnTo>
                <a:cubicBezTo>
                  <a:pt x="187523" y="244807"/>
                  <a:pt x="195873" y="241369"/>
                  <a:pt x="198909" y="234092"/>
                </a:cubicBezTo>
                <a:cubicBezTo>
                  <a:pt x="201945" y="226814"/>
                  <a:pt x="198507" y="218465"/>
                  <a:pt x="191229" y="215429"/>
                </a:cubicBezTo>
                <a:lnTo>
                  <a:pt x="137160" y="192881"/>
                </a:lnTo>
                <a:lnTo>
                  <a:pt x="191229" y="170334"/>
                </a:lnTo>
                <a:cubicBezTo>
                  <a:pt x="198507" y="167298"/>
                  <a:pt x="201945" y="158948"/>
                  <a:pt x="198909" y="151671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3" name="Text 21"/>
          <p:cNvSpPr/>
          <p:nvPr/>
        </p:nvSpPr>
        <p:spPr>
          <a:xfrm>
            <a:off x="6732270" y="1224915"/>
            <a:ext cx="847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32220" y="1643896"/>
            <a:ext cx="5314950" cy="923925"/>
          </a:xfrm>
          <a:custGeom>
            <a:avLst/>
            <a:gdLst/>
            <a:ahLst/>
            <a:cxnLst/>
            <a:rect l="l" t="t" r="r" b="b"/>
            <a:pathLst>
              <a:path w="5314950" h="923925">
                <a:moveTo>
                  <a:pt x="38103" y="0"/>
                </a:moveTo>
                <a:lnTo>
                  <a:pt x="5276847" y="0"/>
                </a:lnTo>
                <a:cubicBezTo>
                  <a:pt x="5297891" y="0"/>
                  <a:pt x="5314950" y="17059"/>
                  <a:pt x="5314950" y="38103"/>
                </a:cubicBezTo>
                <a:lnTo>
                  <a:pt x="5314950" y="885822"/>
                </a:lnTo>
                <a:cubicBezTo>
                  <a:pt x="5314950" y="906866"/>
                  <a:pt x="5297891" y="923925"/>
                  <a:pt x="5276847" y="923925"/>
                </a:cubicBezTo>
                <a:lnTo>
                  <a:pt x="38103" y="923925"/>
                </a:lnTo>
                <a:cubicBezTo>
                  <a:pt x="17059" y="923925"/>
                  <a:pt x="0" y="906866"/>
                  <a:pt x="0" y="885822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36995" y="1796296"/>
            <a:ext cx="5105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C9A87C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bullet placeholder 3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32220" y="2682121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highlight>
                  <a:srgbClr val="C9A87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6010" y="3510916"/>
            <a:ext cx="5627370" cy="2379345"/>
          </a:xfrm>
          <a:custGeom>
            <a:avLst/>
            <a:gdLst/>
            <a:ahLst/>
            <a:cxnLst/>
            <a:rect l="l" t="t" r="r" b="b"/>
            <a:pathLst>
              <a:path w="5627370" h="2379345">
                <a:moveTo>
                  <a:pt x="38093" y="0"/>
                </a:moveTo>
                <a:lnTo>
                  <a:pt x="5589277" y="0"/>
                </a:lnTo>
                <a:cubicBezTo>
                  <a:pt x="5610315" y="0"/>
                  <a:pt x="5627370" y="17055"/>
                  <a:pt x="5627370" y="38093"/>
                </a:cubicBezTo>
                <a:lnTo>
                  <a:pt x="5627370" y="2341252"/>
                </a:lnTo>
                <a:cubicBezTo>
                  <a:pt x="5627370" y="2362290"/>
                  <a:pt x="5610315" y="2379345"/>
                  <a:pt x="5589277" y="2379345"/>
                </a:cubicBezTo>
                <a:lnTo>
                  <a:pt x="38093" y="2379345"/>
                </a:lnTo>
                <a:cubicBezTo>
                  <a:pt x="17055" y="2379345"/>
                  <a:pt x="0" y="2362290"/>
                  <a:pt x="0" y="2341252"/>
                </a:cubicBezTo>
                <a:lnTo>
                  <a:pt x="0" y="38093"/>
                </a:lnTo>
                <a:cubicBezTo>
                  <a:pt x="0" y="17069"/>
                  <a:pt x="17069" y="0"/>
                  <a:pt x="38093" y="0"/>
                </a:cubicBezTo>
                <a:close/>
              </a:path>
            </a:pathLst>
          </a:custGeom>
          <a:solidFill>
            <a:srgbClr val="5F737C">
              <a:alpha val="10196"/>
            </a:srgbClr>
          </a:solidFill>
          <a:ln w="10160">
            <a:solidFill>
              <a:srgbClr val="5F737C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2220" y="3936683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87C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32220" y="431768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60820" y="4317683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32220" y="462248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60820" y="4622483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32220" y="492728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60820" y="4927283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32220" y="523208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60820" y="5232083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4810" y="6008370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38101" y="0"/>
                </a:moveTo>
                <a:lnTo>
                  <a:pt x="11380469" y="0"/>
                </a:lnTo>
                <a:cubicBezTo>
                  <a:pt x="11401511" y="0"/>
                  <a:pt x="11418570" y="17059"/>
                  <a:pt x="11418570" y="38101"/>
                </a:cubicBezTo>
                <a:lnTo>
                  <a:pt x="11418570" y="426719"/>
                </a:lnTo>
                <a:cubicBezTo>
                  <a:pt x="11418570" y="447761"/>
                  <a:pt x="11401511" y="464820"/>
                  <a:pt x="11380469" y="464820"/>
                </a:cubicBezTo>
                <a:lnTo>
                  <a:pt x="38101" y="464820"/>
                </a:lnTo>
                <a:cubicBezTo>
                  <a:pt x="17059" y="464820"/>
                  <a:pt x="0" y="447761"/>
                  <a:pt x="0" y="426719"/>
                </a:cubicBezTo>
                <a:lnTo>
                  <a:pt x="0" y="38101"/>
                </a:lnTo>
                <a:cubicBezTo>
                  <a:pt x="0" y="17059"/>
                  <a:pt x="17059" y="0"/>
                  <a:pt x="38101" y="0"/>
                </a:cubicBezTo>
                <a:close/>
              </a:path>
            </a:pathLst>
          </a:custGeom>
          <a:solidFill>
            <a:srgbClr val="C9A87C">
              <a:alpha val="10196"/>
            </a:srgbClr>
          </a:solidFill>
          <a:ln w="10160">
            <a:solidFill>
              <a:srgbClr val="C9A87C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94497" y="615696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39" name="Text 37"/>
          <p:cNvSpPr/>
          <p:nvPr/>
        </p:nvSpPr>
        <p:spPr>
          <a:xfrm>
            <a:off x="712470" y="6126481"/>
            <a:ext cx="1101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8617" y="368617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368617" h="368617">
                <a:moveTo>
                  <a:pt x="36862" y="0"/>
                </a:moveTo>
                <a:lnTo>
                  <a:pt x="331755" y="0"/>
                </a:lnTo>
                <a:cubicBezTo>
                  <a:pt x="352113" y="0"/>
                  <a:pt x="368617" y="16504"/>
                  <a:pt x="368617" y="36862"/>
                </a:cubicBezTo>
                <a:lnTo>
                  <a:pt x="368617" y="331755"/>
                </a:lnTo>
                <a:cubicBezTo>
                  <a:pt x="368617" y="352113"/>
                  <a:pt x="352113" y="368617"/>
                  <a:pt x="331755" y="368617"/>
                </a:cubicBezTo>
                <a:lnTo>
                  <a:pt x="36862" y="368617"/>
                </a:lnTo>
                <a:cubicBezTo>
                  <a:pt x="16504" y="368617"/>
                  <a:pt x="0" y="352113"/>
                  <a:pt x="0" y="33175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49021" y="423909"/>
            <a:ext cx="294893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C9A8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Template Placeholder Title S04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7819" y="368617"/>
            <a:ext cx="4681433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2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compare point 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8617" y="810957"/>
            <a:ext cx="11454766" cy="18431"/>
          </a:xfrm>
          <a:custGeom>
            <a:avLst/>
            <a:gdLst/>
            <a:ahLst/>
            <a:cxnLst/>
            <a:rect l="l" t="t" r="r" b="b"/>
            <a:pathLst>
              <a:path w="11454766" h="18431">
                <a:moveTo>
                  <a:pt x="0" y="0"/>
                </a:moveTo>
                <a:lnTo>
                  <a:pt x="11454766" y="0"/>
                </a:lnTo>
                <a:lnTo>
                  <a:pt x="11454766" y="18431"/>
                </a:lnTo>
                <a:lnTo>
                  <a:pt x="0" y="1843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C9A87C"/>
              </a:gs>
              <a:gs pos="50000">
                <a:srgbClr val="5F737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7048" y="976834"/>
            <a:ext cx="6764118" cy="2930503"/>
          </a:xfrm>
          <a:custGeom>
            <a:avLst/>
            <a:gdLst/>
            <a:ahLst/>
            <a:cxnLst/>
            <a:rect l="l" t="t" r="r" b="b"/>
            <a:pathLst>
              <a:path w="6764118" h="2930503">
                <a:moveTo>
                  <a:pt x="0" y="0"/>
                </a:moveTo>
                <a:lnTo>
                  <a:pt x="6727252" y="0"/>
                </a:lnTo>
                <a:cubicBezTo>
                  <a:pt x="6747613" y="0"/>
                  <a:pt x="6764118" y="16505"/>
                  <a:pt x="6764118" y="36866"/>
                </a:cubicBezTo>
                <a:lnTo>
                  <a:pt x="6764118" y="2893638"/>
                </a:lnTo>
                <a:cubicBezTo>
                  <a:pt x="6764118" y="2913998"/>
                  <a:pt x="6747613" y="2930503"/>
                  <a:pt x="6727252" y="2930503"/>
                </a:cubicBezTo>
                <a:lnTo>
                  <a:pt x="0" y="2930503"/>
                </a:lnTo>
                <a:lnTo>
                  <a:pt x="0" y="0"/>
                </a:lnTo>
                <a:close/>
              </a:path>
            </a:pathLst>
          </a:custGeom>
          <a:solidFill>
            <a:srgbClr val="5F737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87048" y="976834"/>
            <a:ext cx="36862" cy="2930503"/>
          </a:xfrm>
          <a:custGeom>
            <a:avLst/>
            <a:gdLst/>
            <a:ahLst/>
            <a:cxnLst/>
            <a:rect l="l" t="t" r="r" b="b"/>
            <a:pathLst>
              <a:path w="36862" h="2930503">
                <a:moveTo>
                  <a:pt x="0" y="0"/>
                </a:moveTo>
                <a:lnTo>
                  <a:pt x="36862" y="0"/>
                </a:lnTo>
                <a:lnTo>
                  <a:pt x="36862" y="2930503"/>
                </a:lnTo>
                <a:lnTo>
                  <a:pt x="0" y="2930503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8" name="Shape 6"/>
          <p:cNvSpPr/>
          <p:nvPr/>
        </p:nvSpPr>
        <p:spPr>
          <a:xfrm>
            <a:off x="580571" y="1161030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172141" y="5270"/>
                </a:moveTo>
                <a:lnTo>
                  <a:pt x="134041" y="43370"/>
                </a:lnTo>
                <a:lnTo>
                  <a:pt x="177800" y="87129"/>
                </a:lnTo>
                <a:lnTo>
                  <a:pt x="215900" y="49029"/>
                </a:lnTo>
                <a:cubicBezTo>
                  <a:pt x="219269" y="45616"/>
                  <a:pt x="221170" y="41037"/>
                  <a:pt x="221170" y="36286"/>
                </a:cubicBezTo>
                <a:cubicBezTo>
                  <a:pt x="221170" y="31534"/>
                  <a:pt x="219269" y="26955"/>
                  <a:pt x="215900" y="23543"/>
                </a:cubicBezTo>
                <a:lnTo>
                  <a:pt x="197628" y="5270"/>
                </a:lnTo>
                <a:cubicBezTo>
                  <a:pt x="194215" y="1901"/>
                  <a:pt x="189636" y="0"/>
                  <a:pt x="184884" y="0"/>
                </a:cubicBezTo>
                <a:cubicBezTo>
                  <a:pt x="180133" y="0"/>
                  <a:pt x="175554" y="1901"/>
                  <a:pt x="172141" y="5270"/>
                </a:cubicBezTo>
                <a:close/>
                <a:moveTo>
                  <a:pt x="119397" y="58014"/>
                </a:moveTo>
                <a:lnTo>
                  <a:pt x="5270" y="172141"/>
                </a:lnTo>
                <a:cubicBezTo>
                  <a:pt x="1901" y="175554"/>
                  <a:pt x="0" y="180133"/>
                  <a:pt x="0" y="184884"/>
                </a:cubicBezTo>
                <a:cubicBezTo>
                  <a:pt x="0" y="189636"/>
                  <a:pt x="1901" y="194215"/>
                  <a:pt x="5270" y="197628"/>
                </a:cubicBezTo>
                <a:lnTo>
                  <a:pt x="23543" y="215900"/>
                </a:lnTo>
                <a:cubicBezTo>
                  <a:pt x="26955" y="219269"/>
                  <a:pt x="31534" y="221170"/>
                  <a:pt x="36286" y="221170"/>
                </a:cubicBezTo>
                <a:cubicBezTo>
                  <a:pt x="41037" y="221170"/>
                  <a:pt x="45616" y="219269"/>
                  <a:pt x="49029" y="215900"/>
                </a:cubicBezTo>
                <a:lnTo>
                  <a:pt x="163156" y="101773"/>
                </a:lnTo>
                <a:lnTo>
                  <a:pt x="119397" y="58014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9" name="Text 7"/>
          <p:cNvSpPr/>
          <p:nvPr/>
        </p:nvSpPr>
        <p:spPr>
          <a:xfrm>
            <a:off x="939973" y="1124281"/>
            <a:ext cx="1704853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compare point 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2925" y="1529647"/>
            <a:ext cx="6524517" cy="239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pPr>
              <a:lnSpc>
                <a:spcPct val="140000"/>
              </a:lnSpc>
            </a:pPr>
            <a:r>
              <a:rPr lang="en-US" sz="1161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pPr>
              <a:lnSpc>
                <a:spcPct val="140000"/>
              </a:lnSpc>
            </a:pPr>
            <a:r>
              <a:rPr lang="en-US" sz="116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pPr>
              <a:lnSpc>
                <a:spcPct val="140000"/>
              </a:lnSpc>
            </a:pPr>
            <a:r>
              <a:rPr lang="en-US" sz="1161" dirty="0">
                <a:solidFill>
                  <a:srgbClr val="E0E2E5">
                    <a:alpha val="90000"/>
                  </a:srgbClr>
                </a:solidFill>
                <a:highlight>
                  <a:srgbClr val="5F737C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pPr>
              <a:lnSpc>
                <a:spcPct val="140000"/>
              </a:lnSpc>
            </a:pPr>
            <a:r>
              <a:rPr lang="en-US" sz="116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2925" y="1879833"/>
            <a:ext cx="6450794" cy="1879946"/>
          </a:xfrm>
          <a:custGeom>
            <a:avLst/>
            <a:gdLst/>
            <a:ahLst/>
            <a:cxnLst/>
            <a:rect l="l" t="t" r="r" b="b"/>
            <a:pathLst>
              <a:path w="6450794" h="1879946">
                <a:moveTo>
                  <a:pt x="36866" y="0"/>
                </a:moveTo>
                <a:lnTo>
                  <a:pt x="6413928" y="0"/>
                </a:lnTo>
                <a:cubicBezTo>
                  <a:pt x="6434288" y="0"/>
                  <a:pt x="6450794" y="16505"/>
                  <a:pt x="6450794" y="36866"/>
                </a:cubicBezTo>
                <a:lnTo>
                  <a:pt x="6450794" y="1843080"/>
                </a:lnTo>
                <a:cubicBezTo>
                  <a:pt x="6450794" y="1863440"/>
                  <a:pt x="6434288" y="1879946"/>
                  <a:pt x="6413928" y="1879946"/>
                </a:cubicBezTo>
                <a:lnTo>
                  <a:pt x="36866" y="1879946"/>
                </a:lnTo>
                <a:cubicBezTo>
                  <a:pt x="16505" y="1879946"/>
                  <a:pt x="0" y="1863440"/>
                  <a:pt x="0" y="1843080"/>
                </a:cubicBezTo>
                <a:lnTo>
                  <a:pt x="0" y="36866"/>
                </a:lnTo>
                <a:cubicBezTo>
                  <a:pt x="0" y="16519"/>
                  <a:pt x="16519" y="0"/>
                  <a:pt x="3686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63510" y="1990418"/>
            <a:ext cx="6294132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3510" y="2248450"/>
            <a:ext cx="294893" cy="294893"/>
          </a:xfrm>
          <a:custGeom>
            <a:avLst/>
            <a:gdLst/>
            <a:ahLst/>
            <a:cxnLst/>
            <a:rect l="l" t="t" r="r" b="b"/>
            <a:pathLst>
              <a:path w="294893" h="294893">
                <a:moveTo>
                  <a:pt x="147447" y="0"/>
                </a:moveTo>
                <a:lnTo>
                  <a:pt x="147447" y="0"/>
                </a:lnTo>
                <a:cubicBezTo>
                  <a:pt x="228825" y="0"/>
                  <a:pt x="294893" y="66069"/>
                  <a:pt x="294893" y="147447"/>
                </a:cubicBezTo>
                <a:lnTo>
                  <a:pt x="294893" y="147447"/>
                </a:lnTo>
                <a:cubicBezTo>
                  <a:pt x="294893" y="228825"/>
                  <a:pt x="228825" y="294893"/>
                  <a:pt x="147447" y="294893"/>
                </a:cubicBezTo>
                <a:lnTo>
                  <a:pt x="147447" y="294893"/>
                </a:lnTo>
                <a:cubicBezTo>
                  <a:pt x="66069" y="294893"/>
                  <a:pt x="0" y="228825"/>
                  <a:pt x="0" y="147447"/>
                </a:cubicBezTo>
                <a:lnTo>
                  <a:pt x="0" y="147447"/>
                </a:lnTo>
                <a:cubicBezTo>
                  <a:pt x="0" y="66069"/>
                  <a:pt x="66069" y="0"/>
                  <a:pt x="147447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1256" y="2248450"/>
            <a:ext cx="359401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8989" y="2285312"/>
            <a:ext cx="1483683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3510" y="2617067"/>
            <a:ext cx="294893" cy="294893"/>
          </a:xfrm>
          <a:custGeom>
            <a:avLst/>
            <a:gdLst/>
            <a:ahLst/>
            <a:cxnLst/>
            <a:rect l="l" t="t" r="r" b="b"/>
            <a:pathLst>
              <a:path w="294893" h="294893">
                <a:moveTo>
                  <a:pt x="147447" y="0"/>
                </a:moveTo>
                <a:lnTo>
                  <a:pt x="147447" y="0"/>
                </a:lnTo>
                <a:cubicBezTo>
                  <a:pt x="228825" y="0"/>
                  <a:pt x="294893" y="66069"/>
                  <a:pt x="294893" y="147447"/>
                </a:cubicBezTo>
                <a:lnTo>
                  <a:pt x="294893" y="147447"/>
                </a:lnTo>
                <a:cubicBezTo>
                  <a:pt x="294893" y="228825"/>
                  <a:pt x="228825" y="294893"/>
                  <a:pt x="147447" y="294893"/>
                </a:cubicBezTo>
                <a:lnTo>
                  <a:pt x="147447" y="294893"/>
                </a:lnTo>
                <a:cubicBezTo>
                  <a:pt x="66069" y="294893"/>
                  <a:pt x="0" y="228825"/>
                  <a:pt x="0" y="147447"/>
                </a:cubicBezTo>
                <a:lnTo>
                  <a:pt x="0" y="147447"/>
                </a:lnTo>
                <a:cubicBezTo>
                  <a:pt x="0" y="66069"/>
                  <a:pt x="66069" y="0"/>
                  <a:pt x="147447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1256" y="2617067"/>
            <a:ext cx="359401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8989" y="2653928"/>
            <a:ext cx="1843084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3510" y="2985683"/>
            <a:ext cx="294893" cy="294893"/>
          </a:xfrm>
          <a:custGeom>
            <a:avLst/>
            <a:gdLst/>
            <a:ahLst/>
            <a:cxnLst/>
            <a:rect l="l" t="t" r="r" b="b"/>
            <a:pathLst>
              <a:path w="294893" h="294893">
                <a:moveTo>
                  <a:pt x="147447" y="0"/>
                </a:moveTo>
                <a:lnTo>
                  <a:pt x="147447" y="0"/>
                </a:lnTo>
                <a:cubicBezTo>
                  <a:pt x="228825" y="0"/>
                  <a:pt x="294893" y="66069"/>
                  <a:pt x="294893" y="147447"/>
                </a:cubicBezTo>
                <a:lnTo>
                  <a:pt x="294893" y="147447"/>
                </a:lnTo>
                <a:cubicBezTo>
                  <a:pt x="294893" y="228825"/>
                  <a:pt x="228825" y="294893"/>
                  <a:pt x="147447" y="294893"/>
                </a:cubicBezTo>
                <a:lnTo>
                  <a:pt x="147447" y="294893"/>
                </a:lnTo>
                <a:cubicBezTo>
                  <a:pt x="66069" y="294893"/>
                  <a:pt x="0" y="228825"/>
                  <a:pt x="0" y="147447"/>
                </a:cubicBezTo>
                <a:lnTo>
                  <a:pt x="0" y="147447"/>
                </a:lnTo>
                <a:cubicBezTo>
                  <a:pt x="0" y="66069"/>
                  <a:pt x="66069" y="0"/>
                  <a:pt x="147447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1256" y="2985683"/>
            <a:ext cx="359401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8989" y="3022545"/>
            <a:ext cx="1631129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3510" y="3354300"/>
            <a:ext cx="294893" cy="294893"/>
          </a:xfrm>
          <a:custGeom>
            <a:avLst/>
            <a:gdLst/>
            <a:ahLst/>
            <a:cxnLst/>
            <a:rect l="l" t="t" r="r" b="b"/>
            <a:pathLst>
              <a:path w="294893" h="294893">
                <a:moveTo>
                  <a:pt x="147447" y="0"/>
                </a:moveTo>
                <a:lnTo>
                  <a:pt x="147447" y="0"/>
                </a:lnTo>
                <a:cubicBezTo>
                  <a:pt x="228825" y="0"/>
                  <a:pt x="294893" y="66069"/>
                  <a:pt x="294893" y="147447"/>
                </a:cubicBezTo>
                <a:lnTo>
                  <a:pt x="294893" y="147447"/>
                </a:lnTo>
                <a:cubicBezTo>
                  <a:pt x="294893" y="228825"/>
                  <a:pt x="228825" y="294893"/>
                  <a:pt x="147447" y="294893"/>
                </a:cubicBezTo>
                <a:lnTo>
                  <a:pt x="147447" y="294893"/>
                </a:lnTo>
                <a:cubicBezTo>
                  <a:pt x="66069" y="294893"/>
                  <a:pt x="0" y="228825"/>
                  <a:pt x="0" y="147447"/>
                </a:cubicBezTo>
                <a:lnTo>
                  <a:pt x="0" y="147447"/>
                </a:lnTo>
                <a:cubicBezTo>
                  <a:pt x="0" y="66069"/>
                  <a:pt x="66069" y="0"/>
                  <a:pt x="147447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1256" y="3354300"/>
            <a:ext cx="359401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8989" y="3391162"/>
            <a:ext cx="1990531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7048" y="4017810"/>
            <a:ext cx="6764118" cy="2838349"/>
          </a:xfrm>
          <a:custGeom>
            <a:avLst/>
            <a:gdLst/>
            <a:ahLst/>
            <a:cxnLst/>
            <a:rect l="l" t="t" r="r" b="b"/>
            <a:pathLst>
              <a:path w="6764118" h="2838349">
                <a:moveTo>
                  <a:pt x="0" y="0"/>
                </a:moveTo>
                <a:lnTo>
                  <a:pt x="6727248" y="0"/>
                </a:lnTo>
                <a:cubicBezTo>
                  <a:pt x="6747611" y="0"/>
                  <a:pt x="6764118" y="16507"/>
                  <a:pt x="6764118" y="36870"/>
                </a:cubicBezTo>
                <a:lnTo>
                  <a:pt x="6764118" y="2801479"/>
                </a:lnTo>
                <a:cubicBezTo>
                  <a:pt x="6764118" y="2821842"/>
                  <a:pt x="6747611" y="2838349"/>
                  <a:pt x="6727248" y="2838349"/>
                </a:cubicBezTo>
                <a:lnTo>
                  <a:pt x="0" y="2838349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87048" y="4017810"/>
            <a:ext cx="36862" cy="2838349"/>
          </a:xfrm>
          <a:custGeom>
            <a:avLst/>
            <a:gdLst/>
            <a:ahLst/>
            <a:cxnLst/>
            <a:rect l="l" t="t" r="r" b="b"/>
            <a:pathLst>
              <a:path w="36862" h="2838349">
                <a:moveTo>
                  <a:pt x="0" y="0"/>
                </a:moveTo>
                <a:lnTo>
                  <a:pt x="36862" y="0"/>
                </a:lnTo>
                <a:lnTo>
                  <a:pt x="36862" y="2838349"/>
                </a:lnTo>
                <a:lnTo>
                  <a:pt x="0" y="2838349"/>
                </a:lnTo>
                <a:lnTo>
                  <a:pt x="0" y="0"/>
                </a:ln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7" name="Shape 25"/>
          <p:cNvSpPr/>
          <p:nvPr/>
        </p:nvSpPr>
        <p:spPr>
          <a:xfrm>
            <a:off x="566748" y="4202002"/>
            <a:ext cx="248816" cy="221170"/>
          </a:xfrm>
          <a:custGeom>
            <a:avLst/>
            <a:gdLst/>
            <a:ahLst/>
            <a:cxnLst/>
            <a:rect l="l" t="t" r="r" b="b"/>
            <a:pathLst>
              <a:path w="248816" h="221170">
                <a:moveTo>
                  <a:pt x="82939" y="41469"/>
                </a:moveTo>
                <a:cubicBezTo>
                  <a:pt x="82939" y="18575"/>
                  <a:pt x="101514" y="0"/>
                  <a:pt x="124408" y="0"/>
                </a:cubicBezTo>
                <a:cubicBezTo>
                  <a:pt x="147303" y="0"/>
                  <a:pt x="165878" y="18575"/>
                  <a:pt x="165878" y="41469"/>
                </a:cubicBezTo>
                <a:lnTo>
                  <a:pt x="165878" y="43024"/>
                </a:lnTo>
                <a:cubicBezTo>
                  <a:pt x="165878" y="49806"/>
                  <a:pt x="160391" y="55293"/>
                  <a:pt x="153610" y="55293"/>
                </a:cubicBezTo>
                <a:lnTo>
                  <a:pt x="95250" y="55293"/>
                </a:lnTo>
                <a:cubicBezTo>
                  <a:pt x="88468" y="55293"/>
                  <a:pt x="82982" y="49806"/>
                  <a:pt x="82982" y="43024"/>
                </a:cubicBezTo>
                <a:lnTo>
                  <a:pt x="82982" y="41469"/>
                </a:lnTo>
                <a:close/>
                <a:moveTo>
                  <a:pt x="232229" y="46999"/>
                </a:moveTo>
                <a:cubicBezTo>
                  <a:pt x="236807" y="53089"/>
                  <a:pt x="235555" y="61772"/>
                  <a:pt x="229464" y="66351"/>
                </a:cubicBezTo>
                <a:lnTo>
                  <a:pt x="187217" y="98015"/>
                </a:lnTo>
                <a:cubicBezTo>
                  <a:pt x="189506" y="101859"/>
                  <a:pt x="191234" y="106093"/>
                  <a:pt x="192314" y="110585"/>
                </a:cubicBezTo>
                <a:lnTo>
                  <a:pt x="234993" y="110585"/>
                </a:lnTo>
                <a:cubicBezTo>
                  <a:pt x="242639" y="110585"/>
                  <a:pt x="248816" y="116762"/>
                  <a:pt x="248816" y="124408"/>
                </a:cubicBezTo>
                <a:cubicBezTo>
                  <a:pt x="248816" y="132054"/>
                  <a:pt x="242639" y="138231"/>
                  <a:pt x="234993" y="138231"/>
                </a:cubicBezTo>
                <a:lnTo>
                  <a:pt x="193524" y="138231"/>
                </a:lnTo>
                <a:lnTo>
                  <a:pt x="193524" y="152054"/>
                </a:lnTo>
                <a:cubicBezTo>
                  <a:pt x="193524" y="153178"/>
                  <a:pt x="193481" y="154344"/>
                  <a:pt x="193437" y="155467"/>
                </a:cubicBezTo>
                <a:lnTo>
                  <a:pt x="229464" y="182465"/>
                </a:lnTo>
                <a:cubicBezTo>
                  <a:pt x="235555" y="187044"/>
                  <a:pt x="236807" y="195727"/>
                  <a:pt x="232229" y="201818"/>
                </a:cubicBezTo>
                <a:cubicBezTo>
                  <a:pt x="227650" y="207909"/>
                  <a:pt x="218967" y="209161"/>
                  <a:pt x="212876" y="204582"/>
                </a:cubicBezTo>
                <a:lnTo>
                  <a:pt x="185619" y="184150"/>
                </a:lnTo>
                <a:cubicBezTo>
                  <a:pt x="175597" y="203243"/>
                  <a:pt x="156893" y="217066"/>
                  <a:pt x="134776" y="220393"/>
                </a:cubicBezTo>
                <a:lnTo>
                  <a:pt x="134776" y="120952"/>
                </a:lnTo>
                <a:cubicBezTo>
                  <a:pt x="134776" y="115207"/>
                  <a:pt x="130153" y="110585"/>
                  <a:pt x="124408" y="110585"/>
                </a:cubicBezTo>
                <a:cubicBezTo>
                  <a:pt x="118663" y="110585"/>
                  <a:pt x="114041" y="115207"/>
                  <a:pt x="114041" y="120952"/>
                </a:cubicBezTo>
                <a:lnTo>
                  <a:pt x="114041" y="220393"/>
                </a:lnTo>
                <a:cubicBezTo>
                  <a:pt x="91924" y="217066"/>
                  <a:pt x="73219" y="203243"/>
                  <a:pt x="63198" y="184150"/>
                </a:cubicBezTo>
                <a:lnTo>
                  <a:pt x="35940" y="204582"/>
                </a:lnTo>
                <a:cubicBezTo>
                  <a:pt x="29849" y="209161"/>
                  <a:pt x="21167" y="207909"/>
                  <a:pt x="16588" y="201818"/>
                </a:cubicBezTo>
                <a:cubicBezTo>
                  <a:pt x="12009" y="195727"/>
                  <a:pt x="13262" y="187044"/>
                  <a:pt x="19352" y="182465"/>
                </a:cubicBezTo>
                <a:lnTo>
                  <a:pt x="55379" y="155467"/>
                </a:lnTo>
                <a:cubicBezTo>
                  <a:pt x="55336" y="154344"/>
                  <a:pt x="55293" y="153221"/>
                  <a:pt x="55293" y="152054"/>
                </a:cubicBezTo>
                <a:lnTo>
                  <a:pt x="55293" y="138231"/>
                </a:lnTo>
                <a:lnTo>
                  <a:pt x="13823" y="138231"/>
                </a:lnTo>
                <a:cubicBezTo>
                  <a:pt x="6177" y="138231"/>
                  <a:pt x="0" y="132054"/>
                  <a:pt x="0" y="124408"/>
                </a:cubicBezTo>
                <a:cubicBezTo>
                  <a:pt x="0" y="116762"/>
                  <a:pt x="6177" y="110585"/>
                  <a:pt x="13823" y="110585"/>
                </a:cubicBezTo>
                <a:lnTo>
                  <a:pt x="56502" y="110585"/>
                </a:lnTo>
                <a:cubicBezTo>
                  <a:pt x="57582" y="106093"/>
                  <a:pt x="59310" y="101859"/>
                  <a:pt x="61599" y="98015"/>
                </a:cubicBezTo>
                <a:lnTo>
                  <a:pt x="19352" y="66351"/>
                </a:lnTo>
                <a:cubicBezTo>
                  <a:pt x="13262" y="61772"/>
                  <a:pt x="12009" y="53089"/>
                  <a:pt x="16588" y="46999"/>
                </a:cubicBezTo>
                <a:cubicBezTo>
                  <a:pt x="21167" y="40908"/>
                  <a:pt x="29849" y="39655"/>
                  <a:pt x="35940" y="44234"/>
                </a:cubicBezTo>
                <a:lnTo>
                  <a:pt x="82939" y="79483"/>
                </a:lnTo>
                <a:cubicBezTo>
                  <a:pt x="88252" y="77280"/>
                  <a:pt x="94084" y="76027"/>
                  <a:pt x="100218" y="76027"/>
                </a:cubicBezTo>
                <a:lnTo>
                  <a:pt x="148599" y="76027"/>
                </a:lnTo>
                <a:cubicBezTo>
                  <a:pt x="154733" y="76027"/>
                  <a:pt x="160564" y="77237"/>
                  <a:pt x="165878" y="79483"/>
                </a:cubicBezTo>
                <a:lnTo>
                  <a:pt x="212876" y="44234"/>
                </a:lnTo>
                <a:cubicBezTo>
                  <a:pt x="218967" y="39655"/>
                  <a:pt x="227650" y="40908"/>
                  <a:pt x="232229" y="46999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8" name="Text 26"/>
          <p:cNvSpPr/>
          <p:nvPr/>
        </p:nvSpPr>
        <p:spPr>
          <a:xfrm>
            <a:off x="939973" y="4165257"/>
            <a:ext cx="820172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2925" y="4570619"/>
            <a:ext cx="6450794" cy="663510"/>
          </a:xfrm>
          <a:custGeom>
            <a:avLst/>
            <a:gdLst/>
            <a:ahLst/>
            <a:cxnLst/>
            <a:rect l="l" t="t" r="r" b="b"/>
            <a:pathLst>
              <a:path w="6450794" h="663510">
                <a:moveTo>
                  <a:pt x="36865" y="0"/>
                </a:moveTo>
                <a:lnTo>
                  <a:pt x="6413929" y="0"/>
                </a:lnTo>
                <a:cubicBezTo>
                  <a:pt x="6434289" y="0"/>
                  <a:pt x="6450794" y="16505"/>
                  <a:pt x="6450794" y="36865"/>
                </a:cubicBezTo>
                <a:lnTo>
                  <a:pt x="6450794" y="626646"/>
                </a:lnTo>
                <a:cubicBezTo>
                  <a:pt x="6450794" y="647005"/>
                  <a:pt x="6434289" y="663510"/>
                  <a:pt x="6413929" y="663510"/>
                </a:cubicBezTo>
                <a:lnTo>
                  <a:pt x="36865" y="663510"/>
                </a:lnTo>
                <a:cubicBezTo>
                  <a:pt x="16505" y="663510"/>
                  <a:pt x="0" y="647005"/>
                  <a:pt x="0" y="626646"/>
                </a:cubicBezTo>
                <a:lnTo>
                  <a:pt x="0" y="36865"/>
                </a:lnTo>
                <a:cubicBezTo>
                  <a:pt x="0" y="16518"/>
                  <a:pt x="16518" y="0"/>
                  <a:pt x="3686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63510" y="4681204"/>
            <a:ext cx="6294132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3510" y="4902374"/>
            <a:ext cx="6303347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pPr>
              <a:lnSpc>
                <a:spcPct val="130000"/>
              </a:lnSpc>
            </a:pPr>
            <a:r>
              <a:rPr lang="en-US" sz="1161" b="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pPr>
              <a:lnSpc>
                <a:spcPct val="130000"/>
              </a:lnSpc>
            </a:pPr>
            <a:r>
              <a:rPr lang="en-US" sz="116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52925" y="5307852"/>
            <a:ext cx="6450794" cy="663510"/>
          </a:xfrm>
          <a:custGeom>
            <a:avLst/>
            <a:gdLst/>
            <a:ahLst/>
            <a:cxnLst/>
            <a:rect l="l" t="t" r="r" b="b"/>
            <a:pathLst>
              <a:path w="6450794" h="663510">
                <a:moveTo>
                  <a:pt x="36865" y="0"/>
                </a:moveTo>
                <a:lnTo>
                  <a:pt x="6413929" y="0"/>
                </a:lnTo>
                <a:cubicBezTo>
                  <a:pt x="6434289" y="0"/>
                  <a:pt x="6450794" y="16505"/>
                  <a:pt x="6450794" y="36865"/>
                </a:cubicBezTo>
                <a:lnTo>
                  <a:pt x="6450794" y="626646"/>
                </a:lnTo>
                <a:cubicBezTo>
                  <a:pt x="6450794" y="647005"/>
                  <a:pt x="6434289" y="663510"/>
                  <a:pt x="6413929" y="663510"/>
                </a:cubicBezTo>
                <a:lnTo>
                  <a:pt x="36865" y="663510"/>
                </a:lnTo>
                <a:cubicBezTo>
                  <a:pt x="16505" y="663510"/>
                  <a:pt x="0" y="647005"/>
                  <a:pt x="0" y="626646"/>
                </a:cubicBezTo>
                <a:lnTo>
                  <a:pt x="0" y="36865"/>
                </a:lnTo>
                <a:cubicBezTo>
                  <a:pt x="0" y="16518"/>
                  <a:pt x="16518" y="0"/>
                  <a:pt x="3686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63510" y="5418437"/>
            <a:ext cx="6294132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3510" y="5639607"/>
            <a:ext cx="6303347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pPr>
              <a:lnSpc>
                <a:spcPct val="130000"/>
              </a:lnSpc>
            </a:pPr>
            <a:r>
              <a:rPr lang="en-US" sz="1161" b="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pPr>
              <a:lnSpc>
                <a:spcPct val="130000"/>
              </a:lnSpc>
            </a:pPr>
            <a:r>
              <a:rPr lang="en-US" sz="116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52925" y="6045086"/>
            <a:ext cx="6450794" cy="663510"/>
          </a:xfrm>
          <a:custGeom>
            <a:avLst/>
            <a:gdLst/>
            <a:ahLst/>
            <a:cxnLst/>
            <a:rect l="l" t="t" r="r" b="b"/>
            <a:pathLst>
              <a:path w="6450794" h="663510">
                <a:moveTo>
                  <a:pt x="36865" y="0"/>
                </a:moveTo>
                <a:lnTo>
                  <a:pt x="6413929" y="0"/>
                </a:lnTo>
                <a:cubicBezTo>
                  <a:pt x="6434289" y="0"/>
                  <a:pt x="6450794" y="16505"/>
                  <a:pt x="6450794" y="36865"/>
                </a:cubicBezTo>
                <a:lnTo>
                  <a:pt x="6450794" y="626646"/>
                </a:lnTo>
                <a:cubicBezTo>
                  <a:pt x="6450794" y="647005"/>
                  <a:pt x="6434289" y="663510"/>
                  <a:pt x="6413929" y="663510"/>
                </a:cubicBezTo>
                <a:lnTo>
                  <a:pt x="36865" y="663510"/>
                </a:lnTo>
                <a:cubicBezTo>
                  <a:pt x="16505" y="663510"/>
                  <a:pt x="0" y="647005"/>
                  <a:pt x="0" y="626646"/>
                </a:cubicBezTo>
                <a:lnTo>
                  <a:pt x="0" y="36865"/>
                </a:lnTo>
                <a:cubicBezTo>
                  <a:pt x="0" y="16518"/>
                  <a:pt x="16518" y="0"/>
                  <a:pt x="3686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63510" y="6155671"/>
            <a:ext cx="6294132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3510" y="6376841"/>
            <a:ext cx="6303347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pPr>
              <a:lnSpc>
                <a:spcPct val="130000"/>
              </a:lnSpc>
            </a:pPr>
            <a:r>
              <a:rPr lang="en-US" sz="1161" b="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02298" y="980521"/>
            <a:ext cx="4513712" cy="3177477"/>
          </a:xfrm>
          <a:custGeom>
            <a:avLst/>
            <a:gdLst/>
            <a:ahLst/>
            <a:cxnLst/>
            <a:rect l="l" t="t" r="r" b="b"/>
            <a:pathLst>
              <a:path w="4513712" h="3177477">
                <a:moveTo>
                  <a:pt x="36859" y="0"/>
                </a:moveTo>
                <a:lnTo>
                  <a:pt x="4476854" y="0"/>
                </a:lnTo>
                <a:cubicBezTo>
                  <a:pt x="4497210" y="0"/>
                  <a:pt x="4513712" y="16502"/>
                  <a:pt x="4513712" y="36859"/>
                </a:cubicBezTo>
                <a:lnTo>
                  <a:pt x="4513712" y="3140618"/>
                </a:lnTo>
                <a:cubicBezTo>
                  <a:pt x="4513712" y="3160974"/>
                  <a:pt x="4497210" y="3177477"/>
                  <a:pt x="4476854" y="3177477"/>
                </a:cubicBezTo>
                <a:lnTo>
                  <a:pt x="36859" y="3177477"/>
                </a:lnTo>
                <a:cubicBezTo>
                  <a:pt x="16502" y="3177477"/>
                  <a:pt x="0" y="3160974"/>
                  <a:pt x="0" y="3140618"/>
                </a:cubicBezTo>
                <a:lnTo>
                  <a:pt x="0" y="36859"/>
                </a:lnTo>
                <a:cubicBezTo>
                  <a:pt x="0" y="16502"/>
                  <a:pt x="16502" y="0"/>
                  <a:pt x="36859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87C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10160">
            <a:solidFill>
              <a:srgbClr val="C9A87C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81077" y="1168401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110585" y="221170"/>
                </a:moveTo>
                <a:cubicBezTo>
                  <a:pt x="171619" y="221170"/>
                  <a:pt x="221170" y="171619"/>
                  <a:pt x="221170" y="110585"/>
                </a:cubicBezTo>
                <a:cubicBezTo>
                  <a:pt x="221170" y="49551"/>
                  <a:pt x="171619" y="0"/>
                  <a:pt x="110585" y="0"/>
                </a:cubicBezTo>
                <a:cubicBezTo>
                  <a:pt x="49551" y="0"/>
                  <a:pt x="0" y="49551"/>
                  <a:pt x="0" y="110585"/>
                </a:cubicBezTo>
                <a:cubicBezTo>
                  <a:pt x="0" y="171619"/>
                  <a:pt x="49551" y="221170"/>
                  <a:pt x="110585" y="221170"/>
                </a:cubicBezTo>
                <a:close/>
                <a:moveTo>
                  <a:pt x="110585" y="76027"/>
                </a:moveTo>
                <a:cubicBezTo>
                  <a:pt x="102939" y="76027"/>
                  <a:pt x="96762" y="82204"/>
                  <a:pt x="96762" y="89850"/>
                </a:cubicBezTo>
                <a:cubicBezTo>
                  <a:pt x="96762" y="95596"/>
                  <a:pt x="92140" y="100218"/>
                  <a:pt x="86395" y="100218"/>
                </a:cubicBezTo>
                <a:cubicBezTo>
                  <a:pt x="80649" y="100218"/>
                  <a:pt x="76027" y="95596"/>
                  <a:pt x="76027" y="89850"/>
                </a:cubicBezTo>
                <a:cubicBezTo>
                  <a:pt x="76027" y="70757"/>
                  <a:pt x="91492" y="55293"/>
                  <a:pt x="110585" y="55293"/>
                </a:cubicBezTo>
                <a:cubicBezTo>
                  <a:pt x="129678" y="55293"/>
                  <a:pt x="145143" y="70757"/>
                  <a:pt x="145143" y="89850"/>
                </a:cubicBezTo>
                <a:cubicBezTo>
                  <a:pt x="145143" y="110239"/>
                  <a:pt x="129592" y="118879"/>
                  <a:pt x="120952" y="122032"/>
                </a:cubicBezTo>
                <a:lnTo>
                  <a:pt x="120952" y="123674"/>
                </a:lnTo>
                <a:cubicBezTo>
                  <a:pt x="120952" y="129419"/>
                  <a:pt x="116330" y="134041"/>
                  <a:pt x="110585" y="134041"/>
                </a:cubicBezTo>
                <a:cubicBezTo>
                  <a:pt x="104840" y="134041"/>
                  <a:pt x="100218" y="129419"/>
                  <a:pt x="100218" y="123674"/>
                </a:cubicBezTo>
                <a:lnTo>
                  <a:pt x="100218" y="120175"/>
                </a:lnTo>
                <a:cubicBezTo>
                  <a:pt x="100218" y="111319"/>
                  <a:pt x="106611" y="104969"/>
                  <a:pt x="113220" y="102810"/>
                </a:cubicBezTo>
                <a:cubicBezTo>
                  <a:pt x="115985" y="101902"/>
                  <a:pt x="118922" y="100434"/>
                  <a:pt x="121082" y="98360"/>
                </a:cubicBezTo>
                <a:cubicBezTo>
                  <a:pt x="122939" y="96546"/>
                  <a:pt x="124408" y="94040"/>
                  <a:pt x="124408" y="89894"/>
                </a:cubicBezTo>
                <a:cubicBezTo>
                  <a:pt x="124408" y="82248"/>
                  <a:pt x="118231" y="76070"/>
                  <a:pt x="110585" y="76070"/>
                </a:cubicBezTo>
                <a:close/>
                <a:moveTo>
                  <a:pt x="96762" y="158966"/>
                </a:moveTo>
                <a:cubicBezTo>
                  <a:pt x="96762" y="151337"/>
                  <a:pt x="102956" y="145143"/>
                  <a:pt x="110585" y="145143"/>
                </a:cubicBezTo>
                <a:cubicBezTo>
                  <a:pt x="118214" y="145143"/>
                  <a:pt x="124408" y="151337"/>
                  <a:pt x="124408" y="158966"/>
                </a:cubicBezTo>
                <a:cubicBezTo>
                  <a:pt x="124408" y="166595"/>
                  <a:pt x="118214" y="172789"/>
                  <a:pt x="110585" y="172789"/>
                </a:cubicBezTo>
                <a:cubicBezTo>
                  <a:pt x="102956" y="172789"/>
                  <a:pt x="96762" y="166595"/>
                  <a:pt x="96762" y="158966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40" name="Text 38"/>
          <p:cNvSpPr/>
          <p:nvPr/>
        </p:nvSpPr>
        <p:spPr>
          <a:xfrm>
            <a:off x="7840479" y="1131656"/>
            <a:ext cx="820172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53431" y="1537018"/>
            <a:ext cx="4211447" cy="893896"/>
          </a:xfrm>
          <a:custGeom>
            <a:avLst/>
            <a:gdLst/>
            <a:ahLst/>
            <a:cxnLst/>
            <a:rect l="l" t="t" r="r" b="b"/>
            <a:pathLst>
              <a:path w="4211447" h="893896">
                <a:moveTo>
                  <a:pt x="36864" y="0"/>
                </a:moveTo>
                <a:lnTo>
                  <a:pt x="4174582" y="0"/>
                </a:lnTo>
                <a:cubicBezTo>
                  <a:pt x="4194942" y="0"/>
                  <a:pt x="4211447" y="16505"/>
                  <a:pt x="4211447" y="36864"/>
                </a:cubicBezTo>
                <a:lnTo>
                  <a:pt x="4211447" y="857031"/>
                </a:lnTo>
                <a:cubicBezTo>
                  <a:pt x="4211447" y="877391"/>
                  <a:pt x="4194942" y="893896"/>
                  <a:pt x="4174582" y="893896"/>
                </a:cubicBezTo>
                <a:lnTo>
                  <a:pt x="36864" y="893896"/>
                </a:lnTo>
                <a:cubicBezTo>
                  <a:pt x="16505" y="893896"/>
                  <a:pt x="0" y="877391"/>
                  <a:pt x="0" y="857031"/>
                </a:cubicBezTo>
                <a:lnTo>
                  <a:pt x="0" y="36864"/>
                </a:lnTo>
                <a:cubicBezTo>
                  <a:pt x="0" y="16518"/>
                  <a:pt x="16518" y="0"/>
                  <a:pt x="36864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554801" y="1684464"/>
            <a:ext cx="4008707" cy="599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51" b="1" dirty="0">
                <a:solidFill>
                  <a:srgbClr val="C9A87C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compare conclusion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51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81077" y="2578360"/>
            <a:ext cx="129016" cy="147447"/>
          </a:xfrm>
          <a:custGeom>
            <a:avLst/>
            <a:gdLst/>
            <a:ahLst/>
            <a:cxnLst/>
            <a:rect l="l" t="t" r="r" b="b"/>
            <a:pathLst>
              <a:path w="129016" h="147447">
                <a:moveTo>
                  <a:pt x="125215" y="20188"/>
                </a:moveTo>
                <a:cubicBezTo>
                  <a:pt x="129333" y="23183"/>
                  <a:pt x="130254" y="28942"/>
                  <a:pt x="127259" y="33060"/>
                </a:cubicBezTo>
                <a:lnTo>
                  <a:pt x="53536" y="134430"/>
                </a:lnTo>
                <a:cubicBezTo>
                  <a:pt x="51952" y="136619"/>
                  <a:pt x="49504" y="137972"/>
                  <a:pt x="46797" y="138202"/>
                </a:cubicBezTo>
                <a:cubicBezTo>
                  <a:pt x="44090" y="138433"/>
                  <a:pt x="41469" y="137425"/>
                  <a:pt x="39569" y="135524"/>
                </a:cubicBezTo>
                <a:lnTo>
                  <a:pt x="2707" y="98663"/>
                </a:lnTo>
                <a:cubicBezTo>
                  <a:pt x="-893" y="95063"/>
                  <a:pt x="-893" y="89217"/>
                  <a:pt x="2707" y="85617"/>
                </a:cubicBezTo>
                <a:cubicBezTo>
                  <a:pt x="6307" y="82017"/>
                  <a:pt x="12153" y="82017"/>
                  <a:pt x="15753" y="85617"/>
                </a:cubicBezTo>
                <a:lnTo>
                  <a:pt x="44983" y="114847"/>
                </a:lnTo>
                <a:lnTo>
                  <a:pt x="112371" y="22203"/>
                </a:lnTo>
                <a:cubicBezTo>
                  <a:pt x="115366" y="18085"/>
                  <a:pt x="121125" y="17164"/>
                  <a:pt x="125243" y="20159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44" name="Text 42"/>
          <p:cNvSpPr/>
          <p:nvPr/>
        </p:nvSpPr>
        <p:spPr>
          <a:xfrm>
            <a:off x="7711463" y="2541498"/>
            <a:ext cx="2165624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81077" y="2873254"/>
            <a:ext cx="129016" cy="147447"/>
          </a:xfrm>
          <a:custGeom>
            <a:avLst/>
            <a:gdLst/>
            <a:ahLst/>
            <a:cxnLst/>
            <a:rect l="l" t="t" r="r" b="b"/>
            <a:pathLst>
              <a:path w="129016" h="147447">
                <a:moveTo>
                  <a:pt x="125215" y="20188"/>
                </a:moveTo>
                <a:cubicBezTo>
                  <a:pt x="129333" y="23183"/>
                  <a:pt x="130254" y="28942"/>
                  <a:pt x="127259" y="33060"/>
                </a:cubicBezTo>
                <a:lnTo>
                  <a:pt x="53536" y="134430"/>
                </a:lnTo>
                <a:cubicBezTo>
                  <a:pt x="51952" y="136619"/>
                  <a:pt x="49504" y="137972"/>
                  <a:pt x="46797" y="138202"/>
                </a:cubicBezTo>
                <a:cubicBezTo>
                  <a:pt x="44090" y="138433"/>
                  <a:pt x="41469" y="137425"/>
                  <a:pt x="39569" y="135524"/>
                </a:cubicBezTo>
                <a:lnTo>
                  <a:pt x="2707" y="98663"/>
                </a:lnTo>
                <a:cubicBezTo>
                  <a:pt x="-893" y="95063"/>
                  <a:pt x="-893" y="89217"/>
                  <a:pt x="2707" y="85617"/>
                </a:cubicBezTo>
                <a:cubicBezTo>
                  <a:pt x="6307" y="82017"/>
                  <a:pt x="12153" y="82017"/>
                  <a:pt x="15753" y="85617"/>
                </a:cubicBezTo>
                <a:lnTo>
                  <a:pt x="44983" y="114847"/>
                </a:lnTo>
                <a:lnTo>
                  <a:pt x="112371" y="22203"/>
                </a:lnTo>
                <a:cubicBezTo>
                  <a:pt x="115366" y="18085"/>
                  <a:pt x="121125" y="17164"/>
                  <a:pt x="125243" y="20159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46" name="Text 44"/>
          <p:cNvSpPr/>
          <p:nvPr/>
        </p:nvSpPr>
        <p:spPr>
          <a:xfrm>
            <a:off x="7711463" y="2836392"/>
            <a:ext cx="187994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81077" y="3168147"/>
            <a:ext cx="129016" cy="147447"/>
          </a:xfrm>
          <a:custGeom>
            <a:avLst/>
            <a:gdLst/>
            <a:ahLst/>
            <a:cxnLst/>
            <a:rect l="l" t="t" r="r" b="b"/>
            <a:pathLst>
              <a:path w="129016" h="147447">
                <a:moveTo>
                  <a:pt x="125215" y="20188"/>
                </a:moveTo>
                <a:cubicBezTo>
                  <a:pt x="129333" y="23183"/>
                  <a:pt x="130254" y="28942"/>
                  <a:pt x="127259" y="33060"/>
                </a:cubicBezTo>
                <a:lnTo>
                  <a:pt x="53536" y="134430"/>
                </a:lnTo>
                <a:cubicBezTo>
                  <a:pt x="51952" y="136619"/>
                  <a:pt x="49504" y="137972"/>
                  <a:pt x="46797" y="138202"/>
                </a:cubicBezTo>
                <a:cubicBezTo>
                  <a:pt x="44090" y="138433"/>
                  <a:pt x="41469" y="137425"/>
                  <a:pt x="39569" y="135524"/>
                </a:cubicBezTo>
                <a:lnTo>
                  <a:pt x="2707" y="98663"/>
                </a:lnTo>
                <a:cubicBezTo>
                  <a:pt x="-893" y="95063"/>
                  <a:pt x="-893" y="89217"/>
                  <a:pt x="2707" y="85617"/>
                </a:cubicBezTo>
                <a:cubicBezTo>
                  <a:pt x="6307" y="82017"/>
                  <a:pt x="12153" y="82017"/>
                  <a:pt x="15753" y="85617"/>
                </a:cubicBezTo>
                <a:lnTo>
                  <a:pt x="44983" y="114847"/>
                </a:lnTo>
                <a:lnTo>
                  <a:pt x="112371" y="22203"/>
                </a:lnTo>
                <a:cubicBezTo>
                  <a:pt x="115366" y="18085"/>
                  <a:pt x="121125" y="17164"/>
                  <a:pt x="125243" y="20159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48" name="Text 46"/>
          <p:cNvSpPr/>
          <p:nvPr/>
        </p:nvSpPr>
        <p:spPr>
          <a:xfrm>
            <a:off x="7711463" y="3131285"/>
            <a:ext cx="2174839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481077" y="3463040"/>
            <a:ext cx="129016" cy="147447"/>
          </a:xfrm>
          <a:custGeom>
            <a:avLst/>
            <a:gdLst/>
            <a:ahLst/>
            <a:cxnLst/>
            <a:rect l="l" t="t" r="r" b="b"/>
            <a:pathLst>
              <a:path w="129016" h="147447">
                <a:moveTo>
                  <a:pt x="125215" y="20188"/>
                </a:moveTo>
                <a:cubicBezTo>
                  <a:pt x="129333" y="23183"/>
                  <a:pt x="130254" y="28942"/>
                  <a:pt x="127259" y="33060"/>
                </a:cubicBezTo>
                <a:lnTo>
                  <a:pt x="53536" y="134430"/>
                </a:lnTo>
                <a:cubicBezTo>
                  <a:pt x="51952" y="136619"/>
                  <a:pt x="49504" y="137972"/>
                  <a:pt x="46797" y="138202"/>
                </a:cubicBezTo>
                <a:cubicBezTo>
                  <a:pt x="44090" y="138433"/>
                  <a:pt x="41469" y="137425"/>
                  <a:pt x="39569" y="135524"/>
                </a:cubicBezTo>
                <a:lnTo>
                  <a:pt x="2707" y="98663"/>
                </a:lnTo>
                <a:cubicBezTo>
                  <a:pt x="-893" y="95063"/>
                  <a:pt x="-893" y="89217"/>
                  <a:pt x="2707" y="85617"/>
                </a:cubicBezTo>
                <a:cubicBezTo>
                  <a:pt x="6307" y="82017"/>
                  <a:pt x="12153" y="82017"/>
                  <a:pt x="15753" y="85617"/>
                </a:cubicBezTo>
                <a:lnTo>
                  <a:pt x="44983" y="114847"/>
                </a:lnTo>
                <a:lnTo>
                  <a:pt x="112371" y="22203"/>
                </a:lnTo>
                <a:cubicBezTo>
                  <a:pt x="115366" y="18085"/>
                  <a:pt x="121125" y="17164"/>
                  <a:pt x="125243" y="20159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50" name="Text 48"/>
          <p:cNvSpPr/>
          <p:nvPr/>
        </p:nvSpPr>
        <p:spPr>
          <a:xfrm>
            <a:off x="7711463" y="3426179"/>
            <a:ext cx="1695637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302298" y="4272041"/>
            <a:ext cx="4513712" cy="2578474"/>
          </a:xfrm>
          <a:custGeom>
            <a:avLst/>
            <a:gdLst/>
            <a:ahLst/>
            <a:cxnLst/>
            <a:rect l="l" t="t" r="r" b="b"/>
            <a:pathLst>
              <a:path w="4513712" h="2578474">
                <a:moveTo>
                  <a:pt x="36872" y="0"/>
                </a:moveTo>
                <a:lnTo>
                  <a:pt x="4476840" y="0"/>
                </a:lnTo>
                <a:cubicBezTo>
                  <a:pt x="4497204" y="0"/>
                  <a:pt x="4513712" y="16508"/>
                  <a:pt x="4513712" y="36872"/>
                </a:cubicBezTo>
                <a:lnTo>
                  <a:pt x="4513712" y="2541602"/>
                </a:lnTo>
                <a:cubicBezTo>
                  <a:pt x="4513712" y="2561966"/>
                  <a:pt x="4497204" y="2578474"/>
                  <a:pt x="4476840" y="2578474"/>
                </a:cubicBezTo>
                <a:lnTo>
                  <a:pt x="36872" y="2578474"/>
                </a:lnTo>
                <a:cubicBezTo>
                  <a:pt x="16508" y="2578474"/>
                  <a:pt x="0" y="2561966"/>
                  <a:pt x="0" y="2541602"/>
                </a:cubicBezTo>
                <a:lnTo>
                  <a:pt x="0" y="36872"/>
                </a:lnTo>
                <a:cubicBezTo>
                  <a:pt x="0" y="16522"/>
                  <a:pt x="16522" y="0"/>
                  <a:pt x="36872" y="0"/>
                </a:cubicBezTo>
                <a:close/>
              </a:path>
            </a:pathLst>
          </a:custGeom>
          <a:solidFill>
            <a:srgbClr val="5F737C">
              <a:alpha val="10196"/>
            </a:srgbClr>
          </a:solidFill>
          <a:ln w="10160">
            <a:solidFill>
              <a:srgbClr val="5F737C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53431" y="4423172"/>
            <a:ext cx="4294385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C9A87C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453431" y="4791789"/>
            <a:ext cx="4211447" cy="1907592"/>
          </a:xfrm>
          <a:custGeom>
            <a:avLst/>
            <a:gdLst/>
            <a:ahLst/>
            <a:cxnLst/>
            <a:rect l="l" t="t" r="r" b="b"/>
            <a:pathLst>
              <a:path w="4211447" h="1907592">
                <a:moveTo>
                  <a:pt x="36855" y="0"/>
                </a:moveTo>
                <a:lnTo>
                  <a:pt x="4174592" y="0"/>
                </a:lnTo>
                <a:cubicBezTo>
                  <a:pt x="4194946" y="0"/>
                  <a:pt x="4211447" y="16500"/>
                  <a:pt x="4211447" y="36855"/>
                </a:cubicBezTo>
                <a:lnTo>
                  <a:pt x="4211447" y="1870737"/>
                </a:lnTo>
                <a:cubicBezTo>
                  <a:pt x="4211447" y="1891091"/>
                  <a:pt x="4194946" y="1907592"/>
                  <a:pt x="4174592" y="1907592"/>
                </a:cubicBezTo>
                <a:lnTo>
                  <a:pt x="36855" y="1907592"/>
                </a:lnTo>
                <a:cubicBezTo>
                  <a:pt x="16500" y="1907592"/>
                  <a:pt x="0" y="1891091"/>
                  <a:pt x="0" y="1870737"/>
                </a:cubicBezTo>
                <a:lnTo>
                  <a:pt x="0" y="36855"/>
                </a:lnTo>
                <a:cubicBezTo>
                  <a:pt x="0" y="16514"/>
                  <a:pt x="16514" y="0"/>
                  <a:pt x="3685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64016" y="4902374"/>
          <a:ext cx="3990277" cy="1686422"/>
        </p:xfrm>
        <a:graphic>
          <a:graphicData uri="http://schemas.openxmlformats.org/drawingml/2006/table">
            <a:tbl>
              <a:tblPr/>
              <a:tblGrid>
                <a:gridCol w="903111"/>
                <a:gridCol w="1363882"/>
                <a:gridCol w="1723283"/>
              </a:tblGrid>
              <a:tr h="337284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C9A87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template compare conclusion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template compare conclusion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template compare conclusion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7284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template compare conclusion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template compare conclusion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template compare conclusion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7284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template compare conclusion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5F737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template compare conclusion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C9A87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template compare conclusion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7284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template compare conclusion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C9A87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template compare conclusion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5F737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template compare conclusion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7284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template compare conclusion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5F737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template compare conclusion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C9A87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template compare conclusion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66963" y="43815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8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Template Placeholder Title S05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5181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bullet placeholder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8382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C9A87C"/>
              </a:gs>
              <a:gs pos="50000">
                <a:srgbClr val="5F737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6743700" cy="2247900"/>
          </a:xfrm>
          <a:custGeom>
            <a:avLst/>
            <a:gdLst/>
            <a:ahLst/>
            <a:cxnLst/>
            <a:rect l="l" t="t" r="r" b="b"/>
            <a:pathLst>
              <a:path w="6743700" h="2247900">
                <a:moveTo>
                  <a:pt x="0" y="0"/>
                </a:moveTo>
                <a:lnTo>
                  <a:pt x="6705598" y="0"/>
                </a:lnTo>
                <a:cubicBezTo>
                  <a:pt x="6726641" y="0"/>
                  <a:pt x="6743700" y="17059"/>
                  <a:pt x="6743700" y="38102"/>
                </a:cubicBezTo>
                <a:lnTo>
                  <a:pt x="6743700" y="2209798"/>
                </a:lnTo>
                <a:cubicBezTo>
                  <a:pt x="6743700" y="2230841"/>
                  <a:pt x="6726641" y="2247900"/>
                  <a:pt x="6705598" y="2247900"/>
                </a:cubicBez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5F737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2247900"/>
          </a:xfrm>
          <a:custGeom>
            <a:avLst/>
            <a:gdLst/>
            <a:ahLst/>
            <a:cxnLst/>
            <a:rect l="l" t="t" r="r" b="b"/>
            <a:pathLst>
              <a:path w="38100" h="2247900">
                <a:moveTo>
                  <a:pt x="0" y="0"/>
                </a:moveTo>
                <a:lnTo>
                  <a:pt x="38100" y="0"/>
                </a:lnTo>
                <a:lnTo>
                  <a:pt x="3810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8" name="Shape 6"/>
          <p:cNvSpPr/>
          <p:nvPr/>
        </p:nvSpPr>
        <p:spPr>
          <a:xfrm>
            <a:off x="585788" y="120003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9" name="Text 7"/>
          <p:cNvSpPr/>
          <p:nvPr/>
        </p:nvSpPr>
        <p:spPr>
          <a:xfrm>
            <a:off x="971550" y="1162050"/>
            <a:ext cx="847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bullet placeholder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1581031"/>
            <a:ext cx="6496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2190631"/>
            <a:ext cx="3152775" cy="914400"/>
          </a:xfrm>
          <a:custGeom>
            <a:avLst/>
            <a:gdLst/>
            <a:ahLst/>
            <a:cxnLst/>
            <a:rect l="l" t="t" r="r" b="b"/>
            <a:pathLst>
              <a:path w="3152775" h="914400">
                <a:moveTo>
                  <a:pt x="38103" y="0"/>
                </a:moveTo>
                <a:lnTo>
                  <a:pt x="3114672" y="0"/>
                </a:lnTo>
                <a:cubicBezTo>
                  <a:pt x="3135716" y="0"/>
                  <a:pt x="3152775" y="17059"/>
                  <a:pt x="3152775" y="38103"/>
                </a:cubicBezTo>
                <a:lnTo>
                  <a:pt x="3152775" y="876297"/>
                </a:lnTo>
                <a:cubicBezTo>
                  <a:pt x="3152775" y="897341"/>
                  <a:pt x="3135716" y="914400"/>
                  <a:pt x="3114672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04931"/>
            <a:ext cx="2990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533531"/>
            <a:ext cx="3000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0480" y="2190631"/>
            <a:ext cx="3152775" cy="914400"/>
          </a:xfrm>
          <a:custGeom>
            <a:avLst/>
            <a:gdLst/>
            <a:ahLst/>
            <a:cxnLst/>
            <a:rect l="l" t="t" r="r" b="b"/>
            <a:pathLst>
              <a:path w="3152775" h="914400">
                <a:moveTo>
                  <a:pt x="38103" y="0"/>
                </a:moveTo>
                <a:lnTo>
                  <a:pt x="3114672" y="0"/>
                </a:lnTo>
                <a:cubicBezTo>
                  <a:pt x="3135716" y="0"/>
                  <a:pt x="3152775" y="17059"/>
                  <a:pt x="3152775" y="38103"/>
                </a:cubicBezTo>
                <a:lnTo>
                  <a:pt x="3152775" y="876297"/>
                </a:lnTo>
                <a:cubicBezTo>
                  <a:pt x="3152775" y="897341"/>
                  <a:pt x="3135716" y="914400"/>
                  <a:pt x="3114672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954780" y="2304931"/>
            <a:ext cx="2990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54780" y="2533531"/>
            <a:ext cx="3000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371731"/>
            <a:ext cx="6743700" cy="2324100"/>
          </a:xfrm>
          <a:custGeom>
            <a:avLst/>
            <a:gdLst/>
            <a:ahLst/>
            <a:cxnLst/>
            <a:rect l="l" t="t" r="r" b="b"/>
            <a:pathLst>
              <a:path w="6743700" h="2324100">
                <a:moveTo>
                  <a:pt x="0" y="0"/>
                </a:moveTo>
                <a:lnTo>
                  <a:pt x="6705608" y="0"/>
                </a:lnTo>
                <a:cubicBezTo>
                  <a:pt x="6726632" y="0"/>
                  <a:pt x="6743700" y="17068"/>
                  <a:pt x="6743700" y="38092"/>
                </a:cubicBezTo>
                <a:lnTo>
                  <a:pt x="6743700" y="2286008"/>
                </a:lnTo>
                <a:cubicBezTo>
                  <a:pt x="6743700" y="2307046"/>
                  <a:pt x="6726646" y="2324100"/>
                  <a:pt x="6705608" y="2324100"/>
                </a:cubicBez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3371731"/>
            <a:ext cx="38100" cy="2324100"/>
          </a:xfrm>
          <a:custGeom>
            <a:avLst/>
            <a:gdLst/>
            <a:ahLst/>
            <a:cxnLst/>
            <a:rect l="l" t="t" r="r" b="b"/>
            <a:pathLst>
              <a:path w="38100" h="2324100">
                <a:moveTo>
                  <a:pt x="0" y="0"/>
                </a:moveTo>
                <a:lnTo>
                  <a:pt x="38100" y="0"/>
                </a:lnTo>
                <a:lnTo>
                  <a:pt x="3810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9" name="Shape 17"/>
          <p:cNvSpPr/>
          <p:nvPr/>
        </p:nvSpPr>
        <p:spPr>
          <a:xfrm>
            <a:off x="628650" y="356211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0" name="Text 18"/>
          <p:cNvSpPr/>
          <p:nvPr/>
        </p:nvSpPr>
        <p:spPr>
          <a:xfrm>
            <a:off x="971550" y="3524131"/>
            <a:ext cx="847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3943112"/>
            <a:ext cx="6496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highlight>
                  <a:srgbClr val="5F737C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" y="4552712"/>
            <a:ext cx="6419850" cy="990600"/>
          </a:xfrm>
          <a:custGeom>
            <a:avLst/>
            <a:gdLst/>
            <a:ahLst/>
            <a:cxnLst/>
            <a:rect l="l" t="t" r="r" b="b"/>
            <a:pathLst>
              <a:path w="6419850" h="990600">
                <a:moveTo>
                  <a:pt x="38098" y="0"/>
                </a:moveTo>
                <a:lnTo>
                  <a:pt x="6381752" y="0"/>
                </a:lnTo>
                <a:cubicBezTo>
                  <a:pt x="6402793" y="0"/>
                  <a:pt x="6419850" y="17057"/>
                  <a:pt x="6419850" y="38098"/>
                </a:cubicBezTo>
                <a:lnTo>
                  <a:pt x="6419850" y="952502"/>
                </a:lnTo>
                <a:cubicBezTo>
                  <a:pt x="6419850" y="973543"/>
                  <a:pt x="6402793" y="990600"/>
                  <a:pt x="6381752" y="990600"/>
                </a:cubicBezTo>
                <a:lnTo>
                  <a:pt x="38098" y="990600"/>
                </a:lnTo>
                <a:cubicBezTo>
                  <a:pt x="17057" y="990600"/>
                  <a:pt x="0" y="973543"/>
                  <a:pt x="0" y="952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667012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03432" y="46670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4933713"/>
            <a:ext cx="6191250" cy="76200"/>
          </a:xfrm>
          <a:custGeom>
            <a:avLst/>
            <a:gdLst/>
            <a:ahLst/>
            <a:cxnLst/>
            <a:rect l="l" t="t" r="r" b="b"/>
            <a:pathLst>
              <a:path w="6191250" h="76200">
                <a:moveTo>
                  <a:pt x="38100" y="0"/>
                </a:moveTo>
                <a:lnTo>
                  <a:pt x="6153150" y="0"/>
                </a:lnTo>
                <a:cubicBezTo>
                  <a:pt x="6174178" y="0"/>
                  <a:pt x="6191250" y="17072"/>
                  <a:pt x="6191250" y="38100"/>
                </a:cubicBezTo>
                <a:lnTo>
                  <a:pt x="6191250" y="38100"/>
                </a:lnTo>
                <a:cubicBezTo>
                  <a:pt x="6191250" y="59128"/>
                  <a:pt x="6174178" y="76200"/>
                  <a:pt x="61531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933713"/>
            <a:ext cx="314325" cy="76200"/>
          </a:xfrm>
          <a:custGeom>
            <a:avLst/>
            <a:gdLst/>
            <a:ahLst/>
            <a:cxnLst/>
            <a:rect l="l" t="t" r="r" b="b"/>
            <a:pathLst>
              <a:path w="314325" h="76200">
                <a:moveTo>
                  <a:pt x="38100" y="0"/>
                </a:moveTo>
                <a:lnTo>
                  <a:pt x="276225" y="0"/>
                </a:lnTo>
                <a:cubicBezTo>
                  <a:pt x="297253" y="0"/>
                  <a:pt x="314325" y="17072"/>
                  <a:pt x="314325" y="38100"/>
                </a:cubicBezTo>
                <a:lnTo>
                  <a:pt x="314325" y="38100"/>
                </a:lnTo>
                <a:cubicBezTo>
                  <a:pt x="314325" y="59128"/>
                  <a:pt x="297253" y="76200"/>
                  <a:pt x="2762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086113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2800" y="5086113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F73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" y="5352813"/>
            <a:ext cx="6191250" cy="76200"/>
          </a:xfrm>
          <a:custGeom>
            <a:avLst/>
            <a:gdLst/>
            <a:ahLst/>
            <a:cxnLst/>
            <a:rect l="l" t="t" r="r" b="b"/>
            <a:pathLst>
              <a:path w="6191250" h="76200">
                <a:moveTo>
                  <a:pt x="38100" y="0"/>
                </a:moveTo>
                <a:lnTo>
                  <a:pt x="6153150" y="0"/>
                </a:lnTo>
                <a:cubicBezTo>
                  <a:pt x="6174178" y="0"/>
                  <a:pt x="6191250" y="17072"/>
                  <a:pt x="6191250" y="38100"/>
                </a:cubicBezTo>
                <a:lnTo>
                  <a:pt x="6191250" y="38100"/>
                </a:lnTo>
                <a:cubicBezTo>
                  <a:pt x="6191250" y="59128"/>
                  <a:pt x="6174178" y="76200"/>
                  <a:pt x="61531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5352813"/>
            <a:ext cx="6191250" cy="76200"/>
          </a:xfrm>
          <a:custGeom>
            <a:avLst/>
            <a:gdLst/>
            <a:ahLst/>
            <a:cxnLst/>
            <a:rect l="l" t="t" r="r" b="b"/>
            <a:pathLst>
              <a:path w="6191250" h="76200">
                <a:moveTo>
                  <a:pt x="38100" y="0"/>
                </a:moveTo>
                <a:lnTo>
                  <a:pt x="6153150" y="0"/>
                </a:lnTo>
                <a:cubicBezTo>
                  <a:pt x="6174178" y="0"/>
                  <a:pt x="6191250" y="17072"/>
                  <a:pt x="6191250" y="38100"/>
                </a:cubicBezTo>
                <a:lnTo>
                  <a:pt x="6191250" y="38100"/>
                </a:lnTo>
                <a:cubicBezTo>
                  <a:pt x="6191250" y="59128"/>
                  <a:pt x="6174178" y="76200"/>
                  <a:pt x="61531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31" name="Shape 29"/>
          <p:cNvSpPr/>
          <p:nvPr/>
        </p:nvSpPr>
        <p:spPr>
          <a:xfrm>
            <a:off x="7303770" y="1013460"/>
            <a:ext cx="4503420" cy="3065145"/>
          </a:xfrm>
          <a:custGeom>
            <a:avLst/>
            <a:gdLst/>
            <a:ahLst/>
            <a:cxnLst/>
            <a:rect l="l" t="t" r="r" b="b"/>
            <a:pathLst>
              <a:path w="4503420" h="3065145">
                <a:moveTo>
                  <a:pt x="38100" y="0"/>
                </a:moveTo>
                <a:lnTo>
                  <a:pt x="4465320" y="0"/>
                </a:lnTo>
                <a:cubicBezTo>
                  <a:pt x="4486362" y="0"/>
                  <a:pt x="4503420" y="17058"/>
                  <a:pt x="4503420" y="38100"/>
                </a:cubicBezTo>
                <a:lnTo>
                  <a:pt x="4503420" y="3027045"/>
                </a:lnTo>
                <a:cubicBezTo>
                  <a:pt x="4503420" y="3048087"/>
                  <a:pt x="4486362" y="3065145"/>
                  <a:pt x="4465320" y="3065145"/>
                </a:cubicBezTo>
                <a:lnTo>
                  <a:pt x="38100" y="3065145"/>
                </a:lnTo>
                <a:cubicBezTo>
                  <a:pt x="17058" y="3065145"/>
                  <a:pt x="0" y="3048087"/>
                  <a:pt x="0" y="302704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87C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10160">
            <a:solidFill>
              <a:srgbClr val="C9A87C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02843" y="120765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0"/>
                </a:moveTo>
                <a:cubicBezTo>
                  <a:pt x="22190" y="0"/>
                  <a:pt x="28575" y="6385"/>
                  <a:pt x="28575" y="14288"/>
                </a:cubicBezTo>
                <a:lnTo>
                  <a:pt x="28575" y="21431"/>
                </a:lnTo>
                <a:lnTo>
                  <a:pt x="59382" y="13752"/>
                </a:lnTo>
                <a:cubicBezTo>
                  <a:pt x="76393" y="9510"/>
                  <a:pt x="94342" y="11475"/>
                  <a:pt x="110058" y="19333"/>
                </a:cubicBezTo>
                <a:cubicBezTo>
                  <a:pt x="130731" y="29691"/>
                  <a:pt x="155064" y="29691"/>
                  <a:pt x="175736" y="19333"/>
                </a:cubicBezTo>
                <a:lnTo>
                  <a:pt x="180023" y="17190"/>
                </a:lnTo>
                <a:cubicBezTo>
                  <a:pt x="189220" y="12546"/>
                  <a:pt x="200025" y="19243"/>
                  <a:pt x="200025" y="29513"/>
                </a:cubicBezTo>
                <a:lnTo>
                  <a:pt x="200025" y="154394"/>
                </a:lnTo>
                <a:cubicBezTo>
                  <a:pt x="200025" y="160333"/>
                  <a:pt x="196319" y="165690"/>
                  <a:pt x="190738" y="167789"/>
                </a:cubicBezTo>
                <a:lnTo>
                  <a:pt x="175245" y="173593"/>
                </a:lnTo>
                <a:cubicBezTo>
                  <a:pt x="154618" y="181317"/>
                  <a:pt x="131668" y="180112"/>
                  <a:pt x="111978" y="170289"/>
                </a:cubicBezTo>
                <a:cubicBezTo>
                  <a:pt x="95057" y="161806"/>
                  <a:pt x="75634" y="159707"/>
                  <a:pt x="57284" y="164306"/>
                </a:cubicBezTo>
                <a:lnTo>
                  <a:pt x="28575" y="171450"/>
                </a:ln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lnTo>
                  <a:pt x="0" y="14288"/>
                </a:lnTo>
                <a:cubicBezTo>
                  <a:pt x="0" y="6385"/>
                  <a:pt x="6385" y="0"/>
                  <a:pt x="14288" y="0"/>
                </a:cubicBezTo>
                <a:close/>
                <a:moveTo>
                  <a:pt x="28575" y="83537"/>
                </a:moveTo>
                <a:lnTo>
                  <a:pt x="57150" y="77331"/>
                </a:lnTo>
                <a:lnTo>
                  <a:pt x="57150" y="106576"/>
                </a:lnTo>
                <a:lnTo>
                  <a:pt x="28575" y="112782"/>
                </a:lnTo>
                <a:lnTo>
                  <a:pt x="28575" y="142027"/>
                </a:lnTo>
                <a:lnTo>
                  <a:pt x="50363" y="136580"/>
                </a:lnTo>
                <a:cubicBezTo>
                  <a:pt x="52641" y="135999"/>
                  <a:pt x="54873" y="135508"/>
                  <a:pt x="57150" y="135106"/>
                </a:cubicBezTo>
                <a:lnTo>
                  <a:pt x="57150" y="106576"/>
                </a:lnTo>
                <a:lnTo>
                  <a:pt x="74518" y="102825"/>
                </a:lnTo>
                <a:cubicBezTo>
                  <a:pt x="78224" y="102022"/>
                  <a:pt x="81975" y="101709"/>
                  <a:pt x="85725" y="101888"/>
                </a:cubicBezTo>
                <a:lnTo>
                  <a:pt x="85725" y="73313"/>
                </a:lnTo>
                <a:cubicBezTo>
                  <a:pt x="91797" y="73491"/>
                  <a:pt x="97869" y="74474"/>
                  <a:pt x="103763" y="76170"/>
                </a:cubicBezTo>
                <a:lnTo>
                  <a:pt x="114300" y="79251"/>
                </a:lnTo>
                <a:lnTo>
                  <a:pt x="114300" y="109031"/>
                </a:lnTo>
                <a:lnTo>
                  <a:pt x="95682" y="103540"/>
                </a:lnTo>
                <a:cubicBezTo>
                  <a:pt x="92422" y="102602"/>
                  <a:pt x="89074" y="102022"/>
                  <a:pt x="85725" y="101843"/>
                </a:cubicBezTo>
                <a:lnTo>
                  <a:pt x="85725" y="133722"/>
                </a:lnTo>
                <a:cubicBezTo>
                  <a:pt x="95458" y="134570"/>
                  <a:pt x="105058" y="136714"/>
                  <a:pt x="114300" y="140151"/>
                </a:cubicBezTo>
                <a:lnTo>
                  <a:pt x="114300" y="108987"/>
                </a:lnTo>
                <a:lnTo>
                  <a:pt x="124435" y="111978"/>
                </a:lnTo>
                <a:cubicBezTo>
                  <a:pt x="130463" y="113764"/>
                  <a:pt x="136624" y="114836"/>
                  <a:pt x="142875" y="115282"/>
                </a:cubicBezTo>
                <a:lnTo>
                  <a:pt x="142875" y="86618"/>
                </a:lnTo>
                <a:cubicBezTo>
                  <a:pt x="139392" y="86261"/>
                  <a:pt x="135910" y="85591"/>
                  <a:pt x="132517" y="84609"/>
                </a:cubicBezTo>
                <a:lnTo>
                  <a:pt x="114300" y="79251"/>
                </a:lnTo>
                <a:lnTo>
                  <a:pt x="114300" y="51569"/>
                </a:lnTo>
                <a:cubicBezTo>
                  <a:pt x="108496" y="49872"/>
                  <a:pt x="102781" y="47640"/>
                  <a:pt x="97244" y="44872"/>
                </a:cubicBezTo>
                <a:cubicBezTo>
                  <a:pt x="93583" y="43041"/>
                  <a:pt x="89699" y="41746"/>
                  <a:pt x="85725" y="40943"/>
                </a:cubicBezTo>
                <a:lnTo>
                  <a:pt x="85725" y="73268"/>
                </a:lnTo>
                <a:cubicBezTo>
                  <a:pt x="79921" y="73089"/>
                  <a:pt x="74116" y="73625"/>
                  <a:pt x="68446" y="74875"/>
                </a:cubicBezTo>
                <a:lnTo>
                  <a:pt x="57150" y="77331"/>
                </a:lnTo>
                <a:lnTo>
                  <a:pt x="57150" y="43755"/>
                </a:lnTo>
                <a:lnTo>
                  <a:pt x="28575" y="50899"/>
                </a:lnTo>
                <a:lnTo>
                  <a:pt x="28575" y="83537"/>
                </a:lnTo>
                <a:close/>
                <a:moveTo>
                  <a:pt x="142875" y="149885"/>
                </a:moveTo>
                <a:cubicBezTo>
                  <a:pt x="150376" y="150555"/>
                  <a:pt x="158011" y="149572"/>
                  <a:pt x="165199" y="146849"/>
                </a:cubicBezTo>
                <a:lnTo>
                  <a:pt x="171450" y="144527"/>
                </a:lnTo>
                <a:lnTo>
                  <a:pt x="171450" y="112514"/>
                </a:lnTo>
                <a:lnTo>
                  <a:pt x="167923" y="113318"/>
                </a:lnTo>
                <a:cubicBezTo>
                  <a:pt x="159707" y="115238"/>
                  <a:pt x="151269" y="115863"/>
                  <a:pt x="142875" y="115327"/>
                </a:cubicBezTo>
                <a:lnTo>
                  <a:pt x="142875" y="149885"/>
                </a:lnTo>
                <a:close/>
                <a:moveTo>
                  <a:pt x="171450" y="83180"/>
                </a:moveTo>
                <a:lnTo>
                  <a:pt x="171450" y="51569"/>
                </a:lnTo>
                <a:cubicBezTo>
                  <a:pt x="162118" y="54292"/>
                  <a:pt x="152519" y="55632"/>
                  <a:pt x="142875" y="55632"/>
                </a:cubicBezTo>
                <a:lnTo>
                  <a:pt x="142875" y="86618"/>
                </a:lnTo>
                <a:cubicBezTo>
                  <a:pt x="149081" y="87243"/>
                  <a:pt x="155377" y="86841"/>
                  <a:pt x="161493" y="85457"/>
                </a:cubicBezTo>
                <a:lnTo>
                  <a:pt x="171450" y="83135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33" name="Text 31"/>
          <p:cNvSpPr/>
          <p:nvPr/>
        </p:nvSpPr>
        <p:spPr>
          <a:xfrm>
            <a:off x="7860030" y="1169670"/>
            <a:ext cx="847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59980" y="1588651"/>
            <a:ext cx="4191000" cy="866775"/>
          </a:xfrm>
          <a:custGeom>
            <a:avLst/>
            <a:gdLst/>
            <a:ahLst/>
            <a:cxnLst/>
            <a:rect l="l" t="t" r="r" b="b"/>
            <a:pathLst>
              <a:path w="4191000" h="866775">
                <a:moveTo>
                  <a:pt x="38103" y="0"/>
                </a:moveTo>
                <a:lnTo>
                  <a:pt x="4152897" y="0"/>
                </a:lnTo>
                <a:cubicBezTo>
                  <a:pt x="4173941" y="0"/>
                  <a:pt x="4191000" y="17059"/>
                  <a:pt x="4191000" y="38103"/>
                </a:cubicBezTo>
                <a:lnTo>
                  <a:pt x="4191000" y="828672"/>
                </a:lnTo>
                <a:cubicBezTo>
                  <a:pt x="4191000" y="849716"/>
                  <a:pt x="4173941" y="866775"/>
                  <a:pt x="4152897" y="866775"/>
                </a:cubicBezTo>
                <a:lnTo>
                  <a:pt x="38103" y="866775"/>
                </a:lnTo>
                <a:cubicBezTo>
                  <a:pt x="17059" y="866775"/>
                  <a:pt x="0" y="849716"/>
                  <a:pt x="0" y="828672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569518" y="1741051"/>
            <a:ext cx="39719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 algn="ctr">
              <a:lnSpc>
                <a:spcPct val="140000"/>
              </a:lnSpc>
            </a:pPr>
            <a:r>
              <a:rPr lang="en-US" sz="1350" b="1" dirty="0">
                <a:solidFill>
                  <a:srgbClr val="C9A8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488555" y="260306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37" name="Text 35"/>
          <p:cNvSpPr/>
          <p:nvPr/>
        </p:nvSpPr>
        <p:spPr>
          <a:xfrm>
            <a:off x="7726680" y="2564963"/>
            <a:ext cx="256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88555" y="290786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39" name="Text 37"/>
          <p:cNvSpPr/>
          <p:nvPr/>
        </p:nvSpPr>
        <p:spPr>
          <a:xfrm>
            <a:off x="7726680" y="2869763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88555" y="321266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41" name="Text 39"/>
          <p:cNvSpPr/>
          <p:nvPr/>
        </p:nvSpPr>
        <p:spPr>
          <a:xfrm>
            <a:off x="7726680" y="3174563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03770" y="4202430"/>
            <a:ext cx="4503420" cy="1684020"/>
          </a:xfrm>
          <a:custGeom>
            <a:avLst/>
            <a:gdLst/>
            <a:ahLst/>
            <a:cxnLst/>
            <a:rect l="l" t="t" r="r" b="b"/>
            <a:pathLst>
              <a:path w="4503420" h="1684020">
                <a:moveTo>
                  <a:pt x="38093" y="0"/>
                </a:moveTo>
                <a:lnTo>
                  <a:pt x="4465327" y="0"/>
                </a:lnTo>
                <a:cubicBezTo>
                  <a:pt x="4486365" y="0"/>
                  <a:pt x="4503420" y="17055"/>
                  <a:pt x="4503420" y="38093"/>
                </a:cubicBezTo>
                <a:lnTo>
                  <a:pt x="4503420" y="1645927"/>
                </a:lnTo>
                <a:cubicBezTo>
                  <a:pt x="4503420" y="1666965"/>
                  <a:pt x="4486365" y="1684020"/>
                  <a:pt x="4465327" y="1684020"/>
                </a:cubicBezTo>
                <a:lnTo>
                  <a:pt x="38093" y="1684020"/>
                </a:lnTo>
                <a:cubicBezTo>
                  <a:pt x="17055" y="1684020"/>
                  <a:pt x="0" y="1666965"/>
                  <a:pt x="0" y="1645927"/>
                </a:cubicBezTo>
                <a:lnTo>
                  <a:pt x="0" y="38093"/>
                </a:lnTo>
                <a:cubicBezTo>
                  <a:pt x="0" y="17055"/>
                  <a:pt x="17055" y="0"/>
                  <a:pt x="38093" y="0"/>
                </a:cubicBezTo>
                <a:close/>
              </a:path>
            </a:pathLst>
          </a:custGeom>
          <a:solidFill>
            <a:srgbClr val="5F737C">
              <a:alpha val="10196"/>
            </a:srgbClr>
          </a:solidFill>
          <a:ln w="10160">
            <a:solidFill>
              <a:srgbClr val="5F737C">
                <a:alpha val="3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59980" y="4358640"/>
            <a:ext cx="427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87C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459980" y="479679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45" name="Text 43"/>
          <p:cNvSpPr/>
          <p:nvPr/>
        </p:nvSpPr>
        <p:spPr>
          <a:xfrm>
            <a:off x="7612380" y="4739641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59980" y="506349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47" name="Text 45"/>
          <p:cNvSpPr/>
          <p:nvPr/>
        </p:nvSpPr>
        <p:spPr>
          <a:xfrm>
            <a:off x="7612380" y="5006341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59980" y="533019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49" name="Text 47"/>
          <p:cNvSpPr/>
          <p:nvPr/>
        </p:nvSpPr>
        <p:spPr>
          <a:xfrm>
            <a:off x="7612380" y="5273041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459980" y="559689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51" name="Text 49"/>
          <p:cNvSpPr/>
          <p:nvPr/>
        </p:nvSpPr>
        <p:spPr>
          <a:xfrm>
            <a:off x="7612380" y="5539741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84810" y="6008371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38101" y="0"/>
                </a:moveTo>
                <a:lnTo>
                  <a:pt x="11380469" y="0"/>
                </a:lnTo>
                <a:cubicBezTo>
                  <a:pt x="11401511" y="0"/>
                  <a:pt x="11418570" y="17059"/>
                  <a:pt x="11418570" y="38101"/>
                </a:cubicBezTo>
                <a:lnTo>
                  <a:pt x="11418570" y="426719"/>
                </a:lnTo>
                <a:cubicBezTo>
                  <a:pt x="11418570" y="447761"/>
                  <a:pt x="11401511" y="464820"/>
                  <a:pt x="11380469" y="464820"/>
                </a:cubicBezTo>
                <a:lnTo>
                  <a:pt x="38101" y="464820"/>
                </a:lnTo>
                <a:cubicBezTo>
                  <a:pt x="17059" y="464820"/>
                  <a:pt x="0" y="447761"/>
                  <a:pt x="0" y="426719"/>
                </a:cubicBezTo>
                <a:lnTo>
                  <a:pt x="0" y="38101"/>
                </a:lnTo>
                <a:cubicBezTo>
                  <a:pt x="0" y="17059"/>
                  <a:pt x="17059" y="0"/>
                  <a:pt x="38101" y="0"/>
                </a:cubicBezTo>
                <a:close/>
              </a:path>
            </a:pathLst>
          </a:custGeom>
          <a:solidFill>
            <a:srgbClr val="C9A87C">
              <a:alpha val="10196"/>
            </a:srgbClr>
          </a:solidFill>
          <a:ln w="10160">
            <a:solidFill>
              <a:srgbClr val="C9A87C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827496" y="61569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54" name="Text 52"/>
          <p:cNvSpPr/>
          <p:nvPr/>
        </p:nvSpPr>
        <p:spPr>
          <a:xfrm>
            <a:off x="712470" y="6126480"/>
            <a:ext cx="1101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区块链已死——为什么说联盟链救不了区块链</dc:title>
  <dc:subject>区块链已死——为什么说联盟链救不了区块链</dc:subject>
  <dc:creator>Kimi</dc:creator>
  <cp:lastModifiedBy>Kimi</cp:lastModifiedBy>
  <cp:revision>1</cp:revision>
  <dcterms:created xsi:type="dcterms:W3CDTF">2026-04-12T09:41:49Z</dcterms:created>
  <dcterms:modified xsi:type="dcterms:W3CDTF">2026-04-12T09:41:49Z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区块链已死——为什么说联盟链救不了区块链","ContentProducer":"001191110108MACG2KBH8F10000","ProduceID":"19d62a7a-48f2-8dd2-8000-00005ba343c6","ReservedCode1":"","ContentPropagator":"001191110108MACG2KBH8F20000","PropagateID":"19d62a7a-48f2-8dd2-8000-00005ba343c6","ReservedCode2":""}</vt:lpwstr>
  </property>
</Properties>
</file>