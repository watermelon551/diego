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9"/>
    <p:sldId id="257" r:id="rId30"/>
    <p:sldId id="258" r:id="rId31"/>
    <p:sldId id="259" r:id="rId32"/>
    <p:sldId id="260" r:id="rId33"/>
  </p:sldIdLst>
  <p:sldSz cx="12192000" cy="6858000"/>
  <p:notesSz cx="6858000" cy="12192000"/>
  <p:embeddedFontLst>
    <p:embeddedFont>
      <p:font typeface="MiSans" panose="02010600030101010101" charset="-122"/>
      <p:regular r:id="rId18"/>
    </p:embeddedFon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等线" panose="02010600030101010101" pitchFamily="2" charset="-122"/>
      <p:regular r:id="rId23"/>
      <p:bold r:id="rId24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108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
  <Relationship Id="rId18" Type="http://schemas.openxmlformats.org/officeDocument/2006/relationships/font" Target="fonts/font1.fntdata"/>
  <Relationship Id="rId26" Type="http://schemas.openxmlformats.org/officeDocument/2006/relationships/viewProps" Target="viewProps.xml"/>
  <Relationship Id="rId21" Type="http://schemas.openxmlformats.org/officeDocument/2006/relationships/font" Target="fonts/font4.fntdata"/>
  <Relationship Id="rId17" Type="http://schemas.openxmlformats.org/officeDocument/2006/relationships/notesMaster" Target="notesMasters/notesMaster1.xml"/>
  <Relationship Id="rId25" Type="http://schemas.openxmlformats.org/officeDocument/2006/relationships/presProps" Target="presProps.xml"/>
  <Relationship Id="rId20" Type="http://schemas.openxmlformats.org/officeDocument/2006/relationships/font" Target="fonts/font3.fntdata"/>
  <Relationship Id="rId1" Type="http://schemas.openxmlformats.org/officeDocument/2006/relationships/slideMaster" Target="slideMasters/slideMaster1.xml"/>
  <Relationship Id="rId24" Type="http://schemas.openxmlformats.org/officeDocument/2006/relationships/font" Target="fonts/font7.fntdata"/>
  <Relationship Id="rId23" Type="http://schemas.openxmlformats.org/officeDocument/2006/relationships/font" Target="fonts/font6.fntdata"/>
  <Relationship Id="rId28" Type="http://schemas.openxmlformats.org/officeDocument/2006/relationships/tableStyles" Target="tableStyles.xml"/>
  <Relationship Id="rId19" Type="http://schemas.openxmlformats.org/officeDocument/2006/relationships/font" Target="fonts/font2.fntdata"/>
  <Relationship Id="rId22" Type="http://schemas.openxmlformats.org/officeDocument/2006/relationships/font" Target="fonts/font5.fntdata"/>
  <Relationship Id="rId27" Type="http://schemas.openxmlformats.org/officeDocument/2006/relationships/theme" Target="theme/theme1.xml"/>
  <Relationship Id="rId29" Type="http://schemas.openxmlformats.org/officeDocument/2006/relationships/slide" Target="slides/slide1.xml"/>
  <Relationship Id="rId30" Type="http://schemas.openxmlformats.org/officeDocument/2006/relationships/slide" Target="slides/slide2.xml"/>
  <Relationship Id="rId31" Type="http://schemas.openxmlformats.org/officeDocument/2006/relationships/slide" Target="slides/slide3.xml"/>
  <Relationship Id="rId32" Type="http://schemas.openxmlformats.org/officeDocument/2006/relationships/slide" Target="slides/slide4.xml"/>
  <Relationship Id="rId33" Type="http://schemas.openxmlformats.org/officeDocument/2006/relationships/slide" Target="slides/slide5.xml"/>
</Relationships>
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9646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template-slot-s01-rid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template-slot-s02-rid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template-slot-s02-rid5.png"/><Relationship Id="rId4" Type="http://schemas.openxmlformats.org/officeDocument/2006/relationships/image" Target="../media/template-slot-s02-rid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template-slot-s04-rid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template-slot-s04-rid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template-slot-s05-rid8.png"/><Relationship Id="rId3" Type="http://schemas.openxmlformats.org/officeDocument/2006/relationships/image" Target="../media/template-slot-s05-rid3.png"/><Relationship Id="rId7" Type="http://schemas.openxmlformats.org/officeDocument/2006/relationships/image" Target="../media/template-slot-s05-rid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template-slot-s05-rid6.png"/><Relationship Id="rId5" Type="http://schemas.openxmlformats.org/officeDocument/2006/relationships/image" Target="../media/template-slot-s05-rid5.png"/><Relationship Id="rId4" Type="http://schemas.openxmlformats.org/officeDocument/2006/relationships/image" Target="../media/template-slot-s05-rid4.png"/><Relationship Id="rId9" Type="http://schemas.openxmlformats.org/officeDocument/2006/relationships/image" Target="../media/template-slot-s05-rid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3DDAA778-595C-4159-8143-4680FEB18D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03" y="-1"/>
            <a:ext cx="12631932" cy="832050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-1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09575" y="1171575"/>
            <a:ext cx="8515350" cy="2286000"/>
          </a:xfrm>
          <a:custGeom>
            <a:avLst/>
            <a:gdLst/>
            <a:ahLst/>
            <a:cxnLst/>
            <a:rect l="l" t="t" r="r" b="b"/>
            <a:pathLst>
              <a:path w="8515350" h="2286000">
                <a:moveTo>
                  <a:pt x="0" y="0"/>
                </a:moveTo>
                <a:lnTo>
                  <a:pt x="8515350" y="0"/>
                </a:lnTo>
                <a:lnTo>
                  <a:pt x="8515350" y="2286000"/>
                </a:lnTo>
                <a:lnTo>
                  <a:pt x="0" y="2286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42950" y="1504950"/>
            <a:ext cx="8191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Placeholder Title S01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42950" y="2514600"/>
            <a:ext cx="7848600" cy="76200"/>
          </a:xfrm>
          <a:custGeom>
            <a:avLst/>
            <a:gdLst/>
            <a:ahLst/>
            <a:cxnLst/>
            <a:rect l="l" t="t" r="r" b="b"/>
            <a:pathLst>
              <a:path w="7848600" h="76200">
                <a:moveTo>
                  <a:pt x="0" y="0"/>
                </a:moveTo>
                <a:lnTo>
                  <a:pt x="7848600" y="0"/>
                </a:lnTo>
                <a:lnTo>
                  <a:pt x="78486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7" name="Text 4"/>
          <p:cNvSpPr/>
          <p:nvPr/>
        </p:nvSpPr>
        <p:spPr>
          <a:xfrm>
            <a:off x="742950" y="2743200"/>
            <a:ext cx="80200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Placeholder Cover Subtitle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09575" y="3743325"/>
            <a:ext cx="6610350" cy="1257300"/>
          </a:xfrm>
          <a:custGeom>
            <a:avLst/>
            <a:gdLst/>
            <a:ahLst/>
            <a:cxnLst/>
            <a:rect l="l" t="t" r="r" b="b"/>
            <a:pathLst>
              <a:path w="6610350" h="1257300">
                <a:moveTo>
                  <a:pt x="0" y="0"/>
                </a:moveTo>
                <a:lnTo>
                  <a:pt x="6610350" y="0"/>
                </a:lnTo>
                <a:lnTo>
                  <a:pt x="6610350" y="1257300"/>
                </a:lnTo>
                <a:lnTo>
                  <a:pt x="0" y="12573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9" name="Text 6"/>
          <p:cNvSpPr/>
          <p:nvPr/>
        </p:nvSpPr>
        <p:spPr>
          <a:xfrm>
            <a:off x="666750" y="4000500"/>
            <a:ext cx="62103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Placeholder Author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0407104" y="5819775"/>
            <a:ext cx="1371600" cy="628650"/>
          </a:xfrm>
          <a:custGeom>
            <a:avLst/>
            <a:gdLst/>
            <a:ahLst/>
            <a:cxnLst/>
            <a:rect l="l" t="t" r="r" b="b"/>
            <a:pathLst>
              <a:path w="1371600" h="628650">
                <a:moveTo>
                  <a:pt x="0" y="0"/>
                </a:moveTo>
                <a:lnTo>
                  <a:pt x="1371600" y="0"/>
                </a:lnTo>
                <a:lnTo>
                  <a:pt x="1371600" y="628650"/>
                </a:lnTo>
                <a:lnTo>
                  <a:pt x="0" y="6286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588079" y="6000750"/>
            <a:ext cx="1104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Placeholder Author</a:t>
            </a:r>
            <a:endParaRPr lang="en-US" sz="1600" dirty="0"/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52A9C63A-3112-47CF-9F93-4B382A9AF726}"/>
              </a:ext>
            </a:extLst>
          </p:cNvPr>
          <p:cNvSpPr/>
          <p:nvPr/>
        </p:nvSpPr>
        <p:spPr>
          <a:xfrm>
            <a:off x="419100" y="5114925"/>
            <a:ext cx="4693227" cy="1257300"/>
          </a:xfrm>
          <a:custGeom>
            <a:avLst/>
            <a:gdLst/>
            <a:ahLst/>
            <a:cxnLst/>
            <a:rect l="l" t="t" r="r" b="b"/>
            <a:pathLst>
              <a:path w="6610350" h="1257300">
                <a:moveTo>
                  <a:pt x="0" y="0"/>
                </a:moveTo>
                <a:lnTo>
                  <a:pt x="6610350" y="0"/>
                </a:lnTo>
                <a:lnTo>
                  <a:pt x="6610350" y="1257300"/>
                </a:lnTo>
                <a:lnTo>
                  <a:pt x="0" y="12573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7AB45DF7-EC77-412D-A424-FB0EE8C12F8F}"/>
              </a:ext>
            </a:extLst>
          </p:cNvPr>
          <p:cNvSpPr/>
          <p:nvPr/>
        </p:nvSpPr>
        <p:spPr>
          <a:xfrm>
            <a:off x="676275" y="5372100"/>
            <a:ext cx="62103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zh-CN" alt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Placeholder Author</a:t>
            </a: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Placeholder Author</a:t>
            </a:r>
            <a:r>
              <a:rPr lang="zh-CN" alt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Placeholder Author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9575" y="409575"/>
            <a:ext cx="2228850" cy="666750"/>
          </a:xfrm>
          <a:custGeom>
            <a:avLst/>
            <a:gdLst/>
            <a:ahLst/>
            <a:cxnLst/>
            <a:rect l="l" t="t" r="r" b="b"/>
            <a:pathLst>
              <a:path w="2228850" h="666750">
                <a:moveTo>
                  <a:pt x="0" y="0"/>
                </a:moveTo>
                <a:lnTo>
                  <a:pt x="2228850" y="0"/>
                </a:lnTo>
                <a:lnTo>
                  <a:pt x="2228850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6750" y="552450"/>
            <a:ext cx="1885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Placeholder Title S02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77689" y="1375861"/>
            <a:ext cx="4901565" cy="5244466"/>
          </a:xfrm>
          <a:custGeom>
            <a:avLst/>
            <a:gdLst/>
            <a:ahLst/>
            <a:cxnLst/>
            <a:rect l="l" t="t" r="r" b="b"/>
            <a:pathLst>
              <a:path w="6667500" h="4324350">
                <a:moveTo>
                  <a:pt x="0" y="0"/>
                </a:moveTo>
                <a:lnTo>
                  <a:pt x="6667500" y="0"/>
                </a:lnTo>
                <a:lnTo>
                  <a:pt x="6667500" y="4324350"/>
                </a:lnTo>
                <a:lnTo>
                  <a:pt x="0" y="43243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blurRad="101600" dist="76200" dir="2700000" algn="bl" rotWithShape="0">
              <a:srgbClr val="000000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66750" y="1694973"/>
            <a:ext cx="4607471" cy="10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bullet placeholder 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66750" y="3170788"/>
            <a:ext cx="4523444" cy="54241"/>
          </a:xfrm>
          <a:custGeom>
            <a:avLst/>
            <a:gdLst/>
            <a:ahLst/>
            <a:cxnLst/>
            <a:rect l="l" t="t" r="r" b="b"/>
            <a:pathLst>
              <a:path w="6153150" h="38100">
                <a:moveTo>
                  <a:pt x="0" y="0"/>
                </a:moveTo>
                <a:lnTo>
                  <a:pt x="6153150" y="0"/>
                </a:lnTo>
                <a:lnTo>
                  <a:pt x="615315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7" name="Text 5"/>
          <p:cNvSpPr/>
          <p:nvPr/>
        </p:nvSpPr>
        <p:spPr>
          <a:xfrm>
            <a:off x="666750" y="3475274"/>
            <a:ext cx="4607471" cy="5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 err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bullet placeholder 2</a:t>
            </a:r>
            <a:r>
              <a:rPr lang="zh-CN" alt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image caption placeholder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66749" y="4297274"/>
            <a:ext cx="4523444" cy="54241"/>
          </a:xfrm>
          <a:custGeom>
            <a:avLst/>
            <a:gdLst/>
            <a:ahLst/>
            <a:cxnLst/>
            <a:rect l="l" t="t" r="r" b="b"/>
            <a:pathLst>
              <a:path w="6153150" h="38100">
                <a:moveTo>
                  <a:pt x="0" y="0"/>
                </a:moveTo>
                <a:lnTo>
                  <a:pt x="6153150" y="0"/>
                </a:lnTo>
                <a:lnTo>
                  <a:pt x="615315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9" name="Text 7"/>
          <p:cNvSpPr/>
          <p:nvPr/>
        </p:nvSpPr>
        <p:spPr>
          <a:xfrm>
            <a:off x="666751" y="4417219"/>
            <a:ext cx="4628477" cy="1328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b="1" dirty="0" err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image caption placeholder</a:t>
            </a:r>
            <a:r>
              <a:rPr lang="en-US" sz="22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image caption placeholder</a:t>
            </a:r>
          </a:p>
          <a:p>
            <a:pPr>
              <a:lnSpc>
                <a:spcPct val="140000"/>
              </a:lnSpc>
            </a:pPr>
            <a:r>
              <a:rPr lang="zh-CN" altLang="en-US" sz="2250" b="1" dirty="0">
                <a:solidFill>
                  <a:srgbClr val="FFFFFF"/>
                </a:solidFill>
                <a:highlight>
                  <a:srgbClr val="000000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template image caption placeholder</a:t>
            </a:r>
            <a:r>
              <a:rPr lang="en-US" sz="2250" b="1" dirty="0">
                <a:solidFill>
                  <a:srgbClr val="FFFFFF"/>
                </a:solidFill>
                <a:highlight>
                  <a:srgbClr val="000000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template image caption placeholder</a:t>
            </a:r>
            <a:r>
              <a:rPr lang="zh-CN" altLang="en-US" sz="2250" b="1" dirty="0">
                <a:solidFill>
                  <a:srgbClr val="FFFFFF"/>
                </a:solidFill>
                <a:highlight>
                  <a:srgbClr val="000000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template image caption placeholder</a:t>
            </a:r>
            <a:r>
              <a:rPr lang="en-US" sz="2250" b="1" dirty="0" err="1">
                <a:solidFill>
                  <a:srgbClr val="FFFFFF"/>
                </a:solidFill>
                <a:highlight>
                  <a:srgbClr val="000000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template image caption placeholder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0550" y="6000750"/>
            <a:ext cx="6391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26" name="Shape 10">
            <a:extLst>
              <a:ext uri="{FF2B5EF4-FFF2-40B4-BE49-F238E27FC236}">
                <a16:creationId xmlns:a16="http://schemas.microsoft.com/office/drawing/2014/main" id="{3DA25899-70EE-4172-A4E0-4CAA48427ECE}"/>
              </a:ext>
            </a:extLst>
          </p:cNvPr>
          <p:cNvSpPr/>
          <p:nvPr/>
        </p:nvSpPr>
        <p:spPr>
          <a:xfrm>
            <a:off x="8356983" y="3998094"/>
            <a:ext cx="3168267" cy="2459857"/>
          </a:xfrm>
          <a:custGeom>
            <a:avLst/>
            <a:gdLst/>
            <a:ahLst/>
            <a:cxnLst/>
            <a:rect l="l" t="t" r="r" b="b"/>
            <a:pathLst>
              <a:path w="4419600" h="4095750">
                <a:moveTo>
                  <a:pt x="0" y="0"/>
                </a:moveTo>
                <a:lnTo>
                  <a:pt x="4419600" y="0"/>
                </a:lnTo>
                <a:lnTo>
                  <a:pt x="4419600" y="4095750"/>
                </a:lnTo>
                <a:lnTo>
                  <a:pt x="0" y="40957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blurRad="101600" dist="76200" dir="2700000" algn="bl" rotWithShape="0">
              <a:srgbClr val="000000">
                <a:alpha val="100000"/>
              </a:srgbClr>
            </a:outerShdw>
          </a:effectLst>
        </p:spPr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FAA9B5B-B13F-4E7C-B945-AC2BBDD355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9291" y="4036219"/>
            <a:ext cx="3045981" cy="2406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Shape 10">
            <a:extLst>
              <a:ext uri="{FF2B5EF4-FFF2-40B4-BE49-F238E27FC236}">
                <a16:creationId xmlns:a16="http://schemas.microsoft.com/office/drawing/2014/main" id="{FC93CD16-26C9-4C7C-8A6C-5FCF18361662}"/>
              </a:ext>
            </a:extLst>
          </p:cNvPr>
          <p:cNvSpPr/>
          <p:nvPr/>
        </p:nvSpPr>
        <p:spPr>
          <a:xfrm>
            <a:off x="5737860" y="590550"/>
            <a:ext cx="5742917" cy="3152872"/>
          </a:xfrm>
          <a:custGeom>
            <a:avLst/>
            <a:gdLst/>
            <a:ahLst/>
            <a:cxnLst/>
            <a:rect l="l" t="t" r="r" b="b"/>
            <a:pathLst>
              <a:path w="4419600" h="4095750">
                <a:moveTo>
                  <a:pt x="0" y="0"/>
                </a:moveTo>
                <a:lnTo>
                  <a:pt x="4419600" y="0"/>
                </a:lnTo>
                <a:lnTo>
                  <a:pt x="4419600" y="4095750"/>
                </a:lnTo>
                <a:lnTo>
                  <a:pt x="0" y="40957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blurRad="101600" dist="76200" dir="2700000" algn="bl" rotWithShape="0">
              <a:srgbClr val="000000">
                <a:alpha val="100000"/>
              </a:srgbClr>
            </a:outerShdw>
          </a:effectLst>
        </p:spPr>
      </p:sp>
      <p:pic>
        <p:nvPicPr>
          <p:cNvPr id="2052" name="Picture 4" descr="ICO Explosion 2017">
            <a:extLst>
              <a:ext uri="{FF2B5EF4-FFF2-40B4-BE49-F238E27FC236}">
                <a16:creationId xmlns:a16="http://schemas.microsoft.com/office/drawing/2014/main" id="{D52206CC-1A4C-4049-A786-AB1F4D9B01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7860" y="600912"/>
            <a:ext cx="5742917" cy="3131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Shape 10">
            <a:extLst>
              <a:ext uri="{FF2B5EF4-FFF2-40B4-BE49-F238E27FC236}">
                <a16:creationId xmlns:a16="http://schemas.microsoft.com/office/drawing/2014/main" id="{2F34FABF-D50C-4DC5-8FE3-5543998E49F7}"/>
              </a:ext>
            </a:extLst>
          </p:cNvPr>
          <p:cNvSpPr/>
          <p:nvPr/>
        </p:nvSpPr>
        <p:spPr>
          <a:xfrm>
            <a:off x="5594237" y="4036219"/>
            <a:ext cx="2547762" cy="2327893"/>
          </a:xfrm>
          <a:custGeom>
            <a:avLst/>
            <a:gdLst/>
            <a:ahLst/>
            <a:cxnLst/>
            <a:rect l="l" t="t" r="r" b="b"/>
            <a:pathLst>
              <a:path w="4419600" h="4095750">
                <a:moveTo>
                  <a:pt x="0" y="0"/>
                </a:moveTo>
                <a:lnTo>
                  <a:pt x="4419600" y="0"/>
                </a:lnTo>
                <a:lnTo>
                  <a:pt x="4419600" y="4095750"/>
                </a:lnTo>
                <a:lnTo>
                  <a:pt x="0" y="40957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blurRad="101600" dist="76200" dir="2700000" algn="bl" rotWithShape="0">
              <a:srgbClr val="000000">
                <a:alpha val="100000"/>
              </a:srgbClr>
            </a:outerShdw>
          </a:effectLst>
        </p:spPr>
      </p:sp>
      <p:pic>
        <p:nvPicPr>
          <p:cNvPr id="2054" name="Picture 6" descr="Quarterly ICO 2017">
            <a:extLst>
              <a:ext uri="{FF2B5EF4-FFF2-40B4-BE49-F238E27FC236}">
                <a16:creationId xmlns:a16="http://schemas.microsoft.com/office/drawing/2014/main" id="{A0951F95-BDBB-424A-B110-56CE3449A6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3585" y="4070941"/>
            <a:ext cx="2538413" cy="2293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95964" y="395964"/>
            <a:ext cx="6501172" cy="644592"/>
          </a:xfrm>
          <a:custGeom>
            <a:avLst/>
            <a:gdLst/>
            <a:ahLst/>
            <a:cxnLst/>
            <a:rect l="l" t="t" r="r" b="b"/>
            <a:pathLst>
              <a:path w="6501172" h="644592">
                <a:moveTo>
                  <a:pt x="0" y="0"/>
                </a:moveTo>
                <a:lnTo>
                  <a:pt x="6501172" y="0"/>
                </a:lnTo>
                <a:lnTo>
                  <a:pt x="6501172" y="644592"/>
                </a:lnTo>
                <a:lnTo>
                  <a:pt x="0" y="64459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4592" y="534091"/>
            <a:ext cx="6169668" cy="368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1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Placeholder Title S03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95964" y="1243142"/>
            <a:ext cx="4438477" cy="2937498"/>
          </a:xfrm>
          <a:custGeom>
            <a:avLst/>
            <a:gdLst/>
            <a:ahLst/>
            <a:cxnLst/>
            <a:rect l="l" t="t" r="r" b="b"/>
            <a:pathLst>
              <a:path w="4438477" h="2937498">
                <a:moveTo>
                  <a:pt x="0" y="0"/>
                </a:moveTo>
                <a:lnTo>
                  <a:pt x="4438477" y="0"/>
                </a:lnTo>
                <a:lnTo>
                  <a:pt x="4438477" y="2937498"/>
                </a:lnTo>
                <a:lnTo>
                  <a:pt x="0" y="29374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blurRad="101600" dist="73668" dir="2700000" algn="bl" rotWithShape="0">
              <a:srgbClr val="000000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4592" y="1491770"/>
            <a:ext cx="4051722" cy="294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bullet placeholder 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4592" y="1933776"/>
            <a:ext cx="3941221" cy="36834"/>
          </a:xfrm>
          <a:custGeom>
            <a:avLst/>
            <a:gdLst/>
            <a:ahLst/>
            <a:cxnLst/>
            <a:rect l="l" t="t" r="r" b="b"/>
            <a:pathLst>
              <a:path w="3941221" h="36834">
                <a:moveTo>
                  <a:pt x="0" y="0"/>
                </a:moveTo>
                <a:lnTo>
                  <a:pt x="3941221" y="0"/>
                </a:lnTo>
                <a:lnTo>
                  <a:pt x="3941221" y="36834"/>
                </a:lnTo>
                <a:lnTo>
                  <a:pt x="0" y="3683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7" name="Text 5"/>
          <p:cNvSpPr/>
          <p:nvPr/>
        </p:nvSpPr>
        <p:spPr>
          <a:xfrm>
            <a:off x="644592" y="2117946"/>
            <a:ext cx="4024097" cy="5432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bullet placeholder 2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72218" y="2831601"/>
            <a:ext cx="3885970" cy="1068181"/>
          </a:xfrm>
          <a:custGeom>
            <a:avLst/>
            <a:gdLst/>
            <a:ahLst/>
            <a:cxnLst/>
            <a:rect l="l" t="t" r="r" b="b"/>
            <a:pathLst>
              <a:path w="3885970" h="1068181">
                <a:moveTo>
                  <a:pt x="0" y="0"/>
                </a:moveTo>
                <a:lnTo>
                  <a:pt x="3885970" y="0"/>
                </a:lnTo>
                <a:lnTo>
                  <a:pt x="3885970" y="1068181"/>
                </a:lnTo>
                <a:lnTo>
                  <a:pt x="0" y="106818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7178" y="3006562"/>
            <a:ext cx="3609716" cy="718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bullet placeholder 3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160" dirty="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template bullet placeholder 3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16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bullet placeholder 3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95964" y="4378622"/>
            <a:ext cx="4438477" cy="2301248"/>
          </a:xfrm>
          <a:custGeom>
            <a:avLst/>
            <a:gdLst/>
            <a:ahLst/>
            <a:cxnLst/>
            <a:rect l="l" t="t" r="r" b="b"/>
            <a:pathLst>
              <a:path w="4438477" h="2449450">
                <a:moveTo>
                  <a:pt x="0" y="0"/>
                </a:moveTo>
                <a:lnTo>
                  <a:pt x="4438477" y="0"/>
                </a:lnTo>
                <a:lnTo>
                  <a:pt x="4438477" y="2449450"/>
                </a:lnTo>
                <a:lnTo>
                  <a:pt x="0" y="24494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  <a:effectLst>
            <a:outerShdw blurRad="101600" dist="73668" dir="2700000" algn="bl" rotWithShape="0">
              <a:srgbClr val="000000">
                <a:alpha val="1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4592" y="4627251"/>
            <a:ext cx="4051722" cy="294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bullet placeholder 3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4592" y="5069257"/>
            <a:ext cx="3941221" cy="36834"/>
          </a:xfrm>
          <a:custGeom>
            <a:avLst/>
            <a:gdLst/>
            <a:ahLst/>
            <a:cxnLst/>
            <a:rect l="l" t="t" r="r" b="b"/>
            <a:pathLst>
              <a:path w="3941221" h="36834">
                <a:moveTo>
                  <a:pt x="0" y="0"/>
                </a:moveTo>
                <a:lnTo>
                  <a:pt x="3941221" y="0"/>
                </a:lnTo>
                <a:lnTo>
                  <a:pt x="3941221" y="36834"/>
                </a:lnTo>
                <a:lnTo>
                  <a:pt x="0" y="3683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72218" y="5281051"/>
            <a:ext cx="3885970" cy="644592"/>
          </a:xfrm>
          <a:custGeom>
            <a:avLst/>
            <a:gdLst/>
            <a:ahLst/>
            <a:cxnLst/>
            <a:rect l="l" t="t" r="r" b="b"/>
            <a:pathLst>
              <a:path w="3885970" h="644592">
                <a:moveTo>
                  <a:pt x="0" y="0"/>
                </a:moveTo>
                <a:lnTo>
                  <a:pt x="3885970" y="0"/>
                </a:lnTo>
                <a:lnTo>
                  <a:pt x="3885970" y="644592"/>
                </a:lnTo>
                <a:lnTo>
                  <a:pt x="0" y="64459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0344" y="5419178"/>
            <a:ext cx="3674175" cy="368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bullet placeholder 3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72218" y="6091396"/>
            <a:ext cx="3885970" cy="460423"/>
          </a:xfrm>
          <a:custGeom>
            <a:avLst/>
            <a:gdLst/>
            <a:ahLst/>
            <a:cxnLst/>
            <a:rect l="l" t="t" r="r" b="b"/>
            <a:pathLst>
              <a:path w="3885970" h="460423">
                <a:moveTo>
                  <a:pt x="0" y="0"/>
                </a:moveTo>
                <a:lnTo>
                  <a:pt x="3885970" y="0"/>
                </a:lnTo>
                <a:lnTo>
                  <a:pt x="3885970" y="460423"/>
                </a:lnTo>
                <a:lnTo>
                  <a:pt x="0" y="46042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0344" y="6229523"/>
            <a:ext cx="3674175" cy="184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bullet placeholder 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112278" y="1243142"/>
            <a:ext cx="6685341" cy="4176036"/>
          </a:xfrm>
          <a:custGeom>
            <a:avLst/>
            <a:gdLst/>
            <a:ahLst/>
            <a:cxnLst/>
            <a:rect l="l" t="t" r="r" b="b"/>
            <a:pathLst>
              <a:path w="6685341" h="4779190">
                <a:moveTo>
                  <a:pt x="0" y="0"/>
                </a:moveTo>
                <a:lnTo>
                  <a:pt x="6685341" y="0"/>
                </a:lnTo>
                <a:lnTo>
                  <a:pt x="6685341" y="4779190"/>
                </a:lnTo>
                <a:lnTo>
                  <a:pt x="0" y="477919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blurRad="101600" dist="73668" dir="2700000" algn="bl" rotWithShape="0">
              <a:srgbClr val="000000">
                <a:alpha val="10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60906" y="1491770"/>
            <a:ext cx="6326211" cy="33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7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bullet placeholder 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360906" y="1970610"/>
            <a:ext cx="6188085" cy="36834"/>
          </a:xfrm>
          <a:custGeom>
            <a:avLst/>
            <a:gdLst/>
            <a:ahLst/>
            <a:cxnLst/>
            <a:rect l="l" t="t" r="r" b="b"/>
            <a:pathLst>
              <a:path w="6188085" h="36834">
                <a:moveTo>
                  <a:pt x="0" y="0"/>
                </a:moveTo>
                <a:lnTo>
                  <a:pt x="6188085" y="0"/>
                </a:lnTo>
                <a:lnTo>
                  <a:pt x="6188085" y="36834"/>
                </a:lnTo>
                <a:lnTo>
                  <a:pt x="0" y="3683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20" name="Shape 18"/>
          <p:cNvSpPr/>
          <p:nvPr/>
        </p:nvSpPr>
        <p:spPr>
          <a:xfrm>
            <a:off x="5388531" y="2182405"/>
            <a:ext cx="6132834" cy="856387"/>
          </a:xfrm>
          <a:custGeom>
            <a:avLst/>
            <a:gdLst/>
            <a:ahLst/>
            <a:cxnLst/>
            <a:rect l="l" t="t" r="r" b="b"/>
            <a:pathLst>
              <a:path w="6132834" h="856387">
                <a:moveTo>
                  <a:pt x="0" y="0"/>
                </a:moveTo>
                <a:lnTo>
                  <a:pt x="6132834" y="0"/>
                </a:lnTo>
                <a:lnTo>
                  <a:pt x="6132834" y="856387"/>
                </a:lnTo>
                <a:lnTo>
                  <a:pt x="0" y="85638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81909" y="2431033"/>
            <a:ext cx="5746079" cy="359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74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bullet placeholder 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250404" y="3213752"/>
            <a:ext cx="6409088" cy="442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48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bullet placeholder 3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388531" y="3830719"/>
            <a:ext cx="6132834" cy="1114224"/>
          </a:xfrm>
          <a:custGeom>
            <a:avLst/>
            <a:gdLst/>
            <a:ahLst/>
            <a:cxnLst/>
            <a:rect l="l" t="t" r="r" b="b"/>
            <a:pathLst>
              <a:path w="6132834" h="1114224">
                <a:moveTo>
                  <a:pt x="0" y="0"/>
                </a:moveTo>
                <a:lnTo>
                  <a:pt x="6132834" y="0"/>
                </a:lnTo>
                <a:lnTo>
                  <a:pt x="6132834" y="1114224"/>
                </a:lnTo>
                <a:lnTo>
                  <a:pt x="0" y="111422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91117" y="4079347"/>
            <a:ext cx="5727662" cy="616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bullet placeholder 3</a:t>
            </a:r>
            <a:r>
              <a:rPr lang="en-US" sz="1740" b="1" dirty="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template bullet placeholder 3</a:t>
            </a:r>
            <a:r>
              <a:rPr lang="en-US" sz="14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bullet placeholder 3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4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bullet placeholder 3</a:t>
            </a:r>
            <a:r>
              <a:rPr lang="en-US" sz="1450" b="1" dirty="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template bullet placeholder 3</a:t>
            </a:r>
            <a:r>
              <a:rPr lang="en-US" sz="14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bullet placeholder 3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112278" y="5693130"/>
            <a:ext cx="6685341" cy="607758"/>
          </a:xfrm>
          <a:custGeom>
            <a:avLst/>
            <a:gdLst/>
            <a:ahLst/>
            <a:cxnLst/>
            <a:rect l="l" t="t" r="r" b="b"/>
            <a:pathLst>
              <a:path w="6685341" h="607758">
                <a:moveTo>
                  <a:pt x="0" y="0"/>
                </a:moveTo>
                <a:lnTo>
                  <a:pt x="6685341" y="0"/>
                </a:lnTo>
                <a:lnTo>
                  <a:pt x="6685341" y="607758"/>
                </a:lnTo>
                <a:lnTo>
                  <a:pt x="0" y="60775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26" name="Text 24"/>
          <p:cNvSpPr/>
          <p:nvPr/>
        </p:nvSpPr>
        <p:spPr>
          <a:xfrm>
            <a:off x="5287238" y="5868091"/>
            <a:ext cx="6418296" cy="257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bullet placeholder 3</a:t>
            </a:r>
            <a:r>
              <a:rPr lang="en-US" sz="1305" b="1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bullet placeholder 3</a:t>
            </a:r>
            <a:r>
              <a:rPr lang="zh-CN" altLang="en-US" sz="130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bullet placeholder 3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21">
            <a:extLst>
              <a:ext uri="{FF2B5EF4-FFF2-40B4-BE49-F238E27FC236}">
                <a16:creationId xmlns:a16="http://schemas.microsoft.com/office/drawing/2014/main" id="{449081D2-8CF8-4F55-9FE1-1C23F7E3DC98}"/>
              </a:ext>
            </a:extLst>
          </p:cNvPr>
          <p:cNvSpPr/>
          <p:nvPr/>
        </p:nvSpPr>
        <p:spPr>
          <a:xfrm>
            <a:off x="4641324" y="4948901"/>
            <a:ext cx="7069183" cy="1163485"/>
          </a:xfrm>
          <a:custGeom>
            <a:avLst/>
            <a:gdLst/>
            <a:ahLst/>
            <a:cxnLst/>
            <a:rect l="l" t="t" r="r" b="b"/>
            <a:pathLst>
              <a:path w="5620774" h="4809613">
                <a:moveTo>
                  <a:pt x="0" y="0"/>
                </a:moveTo>
                <a:lnTo>
                  <a:pt x="5620774" y="0"/>
                </a:lnTo>
                <a:lnTo>
                  <a:pt x="5620774" y="4809613"/>
                </a:lnTo>
                <a:lnTo>
                  <a:pt x="0" y="48096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blurRad="101600" dist="65548" dir="2700000" algn="bl" rotWithShape="0">
              <a:srgbClr val="000000">
                <a:alpha val="100000"/>
              </a:srgbClr>
            </a:outerShdw>
          </a:effectLst>
        </p:spPr>
      </p:sp>
      <p:sp>
        <p:nvSpPr>
          <p:cNvPr id="40" name="Shape 21">
            <a:extLst>
              <a:ext uri="{FF2B5EF4-FFF2-40B4-BE49-F238E27FC236}">
                <a16:creationId xmlns:a16="http://schemas.microsoft.com/office/drawing/2014/main" id="{E9DEE0AE-D2DB-4BBE-B3EE-B653BDDFD920}"/>
              </a:ext>
            </a:extLst>
          </p:cNvPr>
          <p:cNvSpPr/>
          <p:nvPr/>
        </p:nvSpPr>
        <p:spPr>
          <a:xfrm>
            <a:off x="8389882" y="1080444"/>
            <a:ext cx="3320626" cy="2372032"/>
          </a:xfrm>
          <a:custGeom>
            <a:avLst/>
            <a:gdLst/>
            <a:ahLst/>
            <a:cxnLst/>
            <a:rect l="l" t="t" r="r" b="b"/>
            <a:pathLst>
              <a:path w="5620774" h="4809613">
                <a:moveTo>
                  <a:pt x="0" y="0"/>
                </a:moveTo>
                <a:lnTo>
                  <a:pt x="5620774" y="0"/>
                </a:lnTo>
                <a:lnTo>
                  <a:pt x="5620774" y="4809613"/>
                </a:lnTo>
                <a:lnTo>
                  <a:pt x="0" y="48096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blurRad="101600" dist="65548" dir="2700000" algn="bl" rotWithShape="0">
              <a:srgbClr val="000000">
                <a:alpha val="100000"/>
              </a:srgbClr>
            </a:outerShdw>
          </a:effectLst>
        </p:spPr>
      </p:sp>
      <p:sp>
        <p:nvSpPr>
          <p:cNvPr id="2" name="Shape 0"/>
          <p:cNvSpPr/>
          <p:nvPr/>
        </p:nvSpPr>
        <p:spPr>
          <a:xfrm>
            <a:off x="352323" y="352323"/>
            <a:ext cx="7356416" cy="573548"/>
          </a:xfrm>
          <a:custGeom>
            <a:avLst/>
            <a:gdLst/>
            <a:ahLst/>
            <a:cxnLst/>
            <a:rect l="l" t="t" r="r" b="b"/>
            <a:pathLst>
              <a:path w="5358581" h="573548">
                <a:moveTo>
                  <a:pt x="0" y="0"/>
                </a:moveTo>
                <a:lnTo>
                  <a:pt x="5358581" y="0"/>
                </a:lnTo>
                <a:lnTo>
                  <a:pt x="5358581" y="573548"/>
                </a:lnTo>
                <a:lnTo>
                  <a:pt x="0" y="5735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3548" y="475226"/>
            <a:ext cx="6868974" cy="335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23" b="1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Placeholder Title S04</a:t>
            </a:r>
            <a:r>
              <a:rPr lang="en-US" sz="2323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compare point A</a:t>
            </a:r>
            <a:r>
              <a:rPr lang="zh-CN" altLang="en-US" sz="2323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compare point B</a:t>
            </a:r>
            <a:r>
              <a:rPr lang="en-US" sz="2323" b="1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compare conclusion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2323" y="1106129"/>
            <a:ext cx="3918735" cy="1991032"/>
          </a:xfrm>
          <a:custGeom>
            <a:avLst/>
            <a:gdLst/>
            <a:ahLst/>
            <a:cxnLst/>
            <a:rect l="l" t="t" r="r" b="b"/>
            <a:pathLst>
              <a:path w="5620774" h="1991032">
                <a:moveTo>
                  <a:pt x="0" y="0"/>
                </a:moveTo>
                <a:lnTo>
                  <a:pt x="5620774" y="0"/>
                </a:lnTo>
                <a:lnTo>
                  <a:pt x="5620774" y="1991032"/>
                </a:lnTo>
                <a:lnTo>
                  <a:pt x="0" y="199103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  <a:effectLst>
            <a:outerShdw blurRad="101600" dist="65548" dir="2700000" algn="bl" rotWithShape="0">
              <a:srgbClr val="000000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73548" y="1327355"/>
            <a:ext cx="3695950" cy="294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3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compare conclusion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73549" y="1740474"/>
            <a:ext cx="3610264" cy="45719"/>
          </a:xfrm>
          <a:custGeom>
            <a:avLst/>
            <a:gdLst/>
            <a:ahLst/>
            <a:cxnLst/>
            <a:rect l="l" t="t" r="r" b="b"/>
            <a:pathLst>
              <a:path w="5178323" h="32774">
                <a:moveTo>
                  <a:pt x="0" y="0"/>
                </a:moveTo>
                <a:lnTo>
                  <a:pt x="5178323" y="0"/>
                </a:lnTo>
                <a:lnTo>
                  <a:pt x="5178323" y="32774"/>
                </a:lnTo>
                <a:lnTo>
                  <a:pt x="0" y="327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573548" y="1917290"/>
            <a:ext cx="3713087" cy="958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323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compare conclusion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323" b="1" dirty="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template compare conclusion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52323" y="3277419"/>
            <a:ext cx="3918735" cy="2834968"/>
          </a:xfrm>
          <a:custGeom>
            <a:avLst/>
            <a:gdLst/>
            <a:ahLst/>
            <a:cxnLst/>
            <a:rect l="l" t="t" r="r" b="b"/>
            <a:pathLst>
              <a:path w="5620774" h="2834968">
                <a:moveTo>
                  <a:pt x="0" y="0"/>
                </a:moveTo>
                <a:lnTo>
                  <a:pt x="5620774" y="0"/>
                </a:lnTo>
                <a:lnTo>
                  <a:pt x="5620774" y="2834968"/>
                </a:lnTo>
                <a:lnTo>
                  <a:pt x="0" y="283496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blurRad="101600" dist="65548" dir="2700000" algn="bl" rotWithShape="0">
              <a:srgbClr val="000000">
                <a:alpha val="10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73549" y="3498645"/>
            <a:ext cx="3678812" cy="262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8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compare conclusion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3549" y="3878990"/>
            <a:ext cx="3610264" cy="45719"/>
          </a:xfrm>
          <a:custGeom>
            <a:avLst/>
            <a:gdLst/>
            <a:ahLst/>
            <a:cxnLst/>
            <a:rect l="l" t="t" r="r" b="b"/>
            <a:pathLst>
              <a:path w="5178323" h="32774">
                <a:moveTo>
                  <a:pt x="0" y="0"/>
                </a:moveTo>
                <a:lnTo>
                  <a:pt x="5178323" y="0"/>
                </a:lnTo>
                <a:lnTo>
                  <a:pt x="5178323" y="32774"/>
                </a:lnTo>
                <a:lnTo>
                  <a:pt x="0" y="3277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11" name="Shape 9"/>
          <p:cNvSpPr/>
          <p:nvPr/>
        </p:nvSpPr>
        <p:spPr>
          <a:xfrm>
            <a:off x="589935" y="4072194"/>
            <a:ext cx="3587413" cy="819355"/>
          </a:xfrm>
          <a:custGeom>
            <a:avLst/>
            <a:gdLst/>
            <a:ahLst/>
            <a:cxnLst/>
            <a:rect l="l" t="t" r="r" b="b"/>
            <a:pathLst>
              <a:path w="5145548" h="819355">
                <a:moveTo>
                  <a:pt x="0" y="0"/>
                </a:moveTo>
                <a:lnTo>
                  <a:pt x="5145548" y="0"/>
                </a:lnTo>
                <a:lnTo>
                  <a:pt x="5145548" y="819355"/>
                </a:lnTo>
                <a:lnTo>
                  <a:pt x="0" y="81935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7418" y="4219677"/>
            <a:ext cx="266807" cy="262194"/>
          </a:xfrm>
          <a:custGeom>
            <a:avLst/>
            <a:gdLst/>
            <a:ahLst/>
            <a:cxnLst/>
            <a:rect l="l" t="t" r="r" b="b"/>
            <a:pathLst>
              <a:path w="262194" h="262194">
                <a:moveTo>
                  <a:pt x="0" y="0"/>
                </a:moveTo>
                <a:lnTo>
                  <a:pt x="262194" y="0"/>
                </a:lnTo>
                <a:lnTo>
                  <a:pt x="262194" y="262194"/>
                </a:lnTo>
                <a:lnTo>
                  <a:pt x="0" y="26219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802969" y="4252452"/>
            <a:ext cx="137098" cy="196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2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compare conclusion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935" y="4236065"/>
            <a:ext cx="1402197" cy="163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compare conclusion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7419" y="4547419"/>
            <a:ext cx="3427465" cy="196645"/>
          </a:xfrm>
          <a:prstGeom prst="rect">
            <a:avLst/>
          </a:prstGeom>
          <a:noFill/>
          <a:ln/>
        </p:spPr>
        <p:txBody>
          <a:bodyPr wrap="square" lIns="360516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2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compare conclusion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89935" y="5055419"/>
            <a:ext cx="3587413" cy="819355"/>
          </a:xfrm>
          <a:custGeom>
            <a:avLst/>
            <a:gdLst/>
            <a:ahLst/>
            <a:cxnLst/>
            <a:rect l="l" t="t" r="r" b="b"/>
            <a:pathLst>
              <a:path w="5145548" h="819355">
                <a:moveTo>
                  <a:pt x="0" y="0"/>
                </a:moveTo>
                <a:lnTo>
                  <a:pt x="5145548" y="0"/>
                </a:lnTo>
                <a:lnTo>
                  <a:pt x="5145548" y="819355"/>
                </a:lnTo>
                <a:lnTo>
                  <a:pt x="0" y="81935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7419" y="5202903"/>
            <a:ext cx="266806" cy="262194"/>
          </a:xfrm>
          <a:custGeom>
            <a:avLst/>
            <a:gdLst/>
            <a:ahLst/>
            <a:cxnLst/>
            <a:rect l="l" t="t" r="r" b="b"/>
            <a:pathLst>
              <a:path w="262194" h="262194">
                <a:moveTo>
                  <a:pt x="0" y="0"/>
                </a:moveTo>
                <a:lnTo>
                  <a:pt x="262194" y="0"/>
                </a:lnTo>
                <a:lnTo>
                  <a:pt x="262194" y="262194"/>
                </a:lnTo>
                <a:lnTo>
                  <a:pt x="0" y="26219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802969" y="5235677"/>
            <a:ext cx="172814" cy="196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2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compare conclusion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935" y="5219291"/>
            <a:ext cx="1633690" cy="147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compare conclusion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7419" y="5530645"/>
            <a:ext cx="3427465" cy="196645"/>
          </a:xfrm>
          <a:prstGeom prst="rect">
            <a:avLst/>
          </a:prstGeom>
          <a:noFill/>
          <a:ln/>
        </p:spPr>
        <p:txBody>
          <a:bodyPr wrap="square" lIns="360516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2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compare conclusion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20743" y="3896032"/>
            <a:ext cx="3753074" cy="229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compare conclusion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632135" y="1118419"/>
            <a:ext cx="3610264" cy="3637935"/>
          </a:xfrm>
          <a:custGeom>
            <a:avLst/>
            <a:gdLst/>
            <a:ahLst/>
            <a:cxnLst/>
            <a:rect l="l" t="t" r="r" b="b"/>
            <a:pathLst>
              <a:path w="5620774" h="4809613">
                <a:moveTo>
                  <a:pt x="0" y="0"/>
                </a:moveTo>
                <a:lnTo>
                  <a:pt x="5620774" y="0"/>
                </a:lnTo>
                <a:lnTo>
                  <a:pt x="5620774" y="4809613"/>
                </a:lnTo>
                <a:lnTo>
                  <a:pt x="0" y="48096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blurRad="101600" dist="65548" dir="2700000" algn="bl" rotWithShape="0">
              <a:srgbClr val="000000">
                <a:alpha val="10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53361" y="1339645"/>
            <a:ext cx="3678812" cy="262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8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compare conclusion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853361" y="1732934"/>
            <a:ext cx="3108590" cy="45719"/>
          </a:xfrm>
          <a:custGeom>
            <a:avLst/>
            <a:gdLst/>
            <a:ahLst/>
            <a:cxnLst/>
            <a:rect l="l" t="t" r="r" b="b"/>
            <a:pathLst>
              <a:path w="5178323" h="32774">
                <a:moveTo>
                  <a:pt x="0" y="0"/>
                </a:moveTo>
                <a:lnTo>
                  <a:pt x="5178323" y="0"/>
                </a:lnTo>
                <a:lnTo>
                  <a:pt x="5178323" y="32774"/>
                </a:lnTo>
                <a:lnTo>
                  <a:pt x="0" y="3277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26" name="Shape 24"/>
          <p:cNvSpPr/>
          <p:nvPr/>
        </p:nvSpPr>
        <p:spPr>
          <a:xfrm>
            <a:off x="4877943" y="1921387"/>
            <a:ext cx="3108590" cy="704645"/>
          </a:xfrm>
          <a:custGeom>
            <a:avLst/>
            <a:gdLst/>
            <a:ahLst/>
            <a:cxnLst/>
            <a:rect l="l" t="t" r="r" b="b"/>
            <a:pathLst>
              <a:path w="5129161" h="704645">
                <a:moveTo>
                  <a:pt x="0" y="0"/>
                </a:moveTo>
                <a:lnTo>
                  <a:pt x="5129161" y="0"/>
                </a:lnTo>
                <a:lnTo>
                  <a:pt x="5129161" y="704645"/>
                </a:lnTo>
                <a:lnTo>
                  <a:pt x="0" y="70464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00844" y="2044290"/>
            <a:ext cx="3456027" cy="229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compare conclusion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000844" y="2339258"/>
            <a:ext cx="3444603" cy="163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3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compare conclusion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779618" y="2748935"/>
            <a:ext cx="3713087" cy="327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323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compare conclusion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816490" y="3076677"/>
            <a:ext cx="3661676" cy="229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1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compare conclusion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877942" y="3429000"/>
            <a:ext cx="3108590" cy="704645"/>
          </a:xfrm>
          <a:custGeom>
            <a:avLst/>
            <a:gdLst/>
            <a:ahLst/>
            <a:cxnLst/>
            <a:rect l="l" t="t" r="r" b="b"/>
            <a:pathLst>
              <a:path w="5129161" h="704645">
                <a:moveTo>
                  <a:pt x="0" y="0"/>
                </a:moveTo>
                <a:lnTo>
                  <a:pt x="5129161" y="0"/>
                </a:lnTo>
                <a:lnTo>
                  <a:pt x="5129161" y="704645"/>
                </a:lnTo>
                <a:lnTo>
                  <a:pt x="0" y="70464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00844" y="3551903"/>
            <a:ext cx="3456027" cy="229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compare conclusion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000844" y="3846871"/>
            <a:ext cx="3444603" cy="163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3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compare conclusion</a:t>
            </a:r>
            <a:endParaRPr lang="en-US" sz="1600" dirty="0"/>
          </a:p>
        </p:txBody>
      </p:sp>
      <p:sp>
        <p:nvSpPr>
          <p:cNvPr id="36" name="Shape 19">
            <a:extLst>
              <a:ext uri="{FF2B5EF4-FFF2-40B4-BE49-F238E27FC236}">
                <a16:creationId xmlns:a16="http://schemas.microsoft.com/office/drawing/2014/main" id="{0F994E3A-F355-43DC-923A-6DA47D05ED02}"/>
              </a:ext>
            </a:extLst>
          </p:cNvPr>
          <p:cNvSpPr/>
          <p:nvPr/>
        </p:nvSpPr>
        <p:spPr>
          <a:xfrm>
            <a:off x="8456871" y="3734161"/>
            <a:ext cx="3253637" cy="1065162"/>
          </a:xfrm>
          <a:custGeom>
            <a:avLst/>
            <a:gdLst/>
            <a:ahLst/>
            <a:cxnLst/>
            <a:rect l="l" t="t" r="r" b="b"/>
            <a:pathLst>
              <a:path w="5620774" h="540774">
                <a:moveTo>
                  <a:pt x="0" y="0"/>
                </a:moveTo>
                <a:lnTo>
                  <a:pt x="5620774" y="0"/>
                </a:lnTo>
                <a:lnTo>
                  <a:pt x="5620774" y="540774"/>
                </a:lnTo>
                <a:lnTo>
                  <a:pt x="0" y="54077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37" name="Text 20">
            <a:extLst>
              <a:ext uri="{FF2B5EF4-FFF2-40B4-BE49-F238E27FC236}">
                <a16:creationId xmlns:a16="http://schemas.microsoft.com/office/drawing/2014/main" id="{27F0E9B4-A3AF-45B5-A861-FC2382CC3CE4}"/>
              </a:ext>
            </a:extLst>
          </p:cNvPr>
          <p:cNvSpPr/>
          <p:nvPr/>
        </p:nvSpPr>
        <p:spPr>
          <a:xfrm>
            <a:off x="8612548" y="3889839"/>
            <a:ext cx="3810101" cy="451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compare conclusion</a:t>
            </a:r>
            <a:endParaRPr lang="en-US" sz="1600" dirty="0"/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3341A34F-12A2-483A-9417-C2E393B790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886" y="1190921"/>
            <a:ext cx="2880465" cy="2118289"/>
          </a:xfrm>
          <a:prstGeom prst="rect">
            <a:avLst/>
          </a:prstGeom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00F65040-652D-4C5F-9532-5D2711DE5B3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8093" b="18598"/>
          <a:stretch/>
        </p:blipFill>
        <p:spPr>
          <a:xfrm>
            <a:off x="4696890" y="5015555"/>
            <a:ext cx="6692141" cy="98005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Placeholder 1" descr="placeholder image"/>
          <p:cNvPicPr>
            <a:picLocks noChangeAspect="1"/>
          </p:cNvPicPr>
          <p:nvPr/>
        </p:nvPicPr>
        <p:blipFill>
          <a:blip r:embed="rId3"/>
          <a:srcRect t="781" b="78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85098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09575" y="814388"/>
            <a:ext cx="8515350" cy="885825"/>
          </a:xfrm>
          <a:custGeom>
            <a:avLst/>
            <a:gdLst/>
            <a:ahLst/>
            <a:cxnLst/>
            <a:rect l="l" t="t" r="r" b="b"/>
            <a:pathLst>
              <a:path w="8515350" h="885825">
                <a:moveTo>
                  <a:pt x="0" y="0"/>
                </a:moveTo>
                <a:lnTo>
                  <a:pt x="8515350" y="0"/>
                </a:lnTo>
                <a:lnTo>
                  <a:pt x="8515350" y="885825"/>
                </a:lnTo>
                <a:lnTo>
                  <a:pt x="0" y="8858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66750" y="1071563"/>
            <a:ext cx="81153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Placeholder Title S05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09575" y="1985963"/>
            <a:ext cx="8515350" cy="885825"/>
          </a:xfrm>
          <a:custGeom>
            <a:avLst/>
            <a:gdLst/>
            <a:ahLst/>
            <a:cxnLst/>
            <a:rect l="l" t="t" r="r" b="b"/>
            <a:pathLst>
              <a:path w="8515350" h="885825">
                <a:moveTo>
                  <a:pt x="0" y="0"/>
                </a:moveTo>
                <a:lnTo>
                  <a:pt x="8515350" y="0"/>
                </a:lnTo>
                <a:lnTo>
                  <a:pt x="8515350" y="885825"/>
                </a:lnTo>
                <a:lnTo>
                  <a:pt x="0" y="8858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66750" y="2243138"/>
            <a:ext cx="81153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Placeholder Thanks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3128963"/>
            <a:ext cx="6667500" cy="38100"/>
          </a:xfrm>
          <a:custGeom>
            <a:avLst/>
            <a:gdLst/>
            <a:ahLst/>
            <a:cxnLst/>
            <a:rect l="l" t="t" r="r" b="b"/>
            <a:pathLst>
              <a:path w="6667500" h="38100">
                <a:moveTo>
                  <a:pt x="0" y="0"/>
                </a:moveTo>
                <a:lnTo>
                  <a:pt x="6667500" y="0"/>
                </a:lnTo>
                <a:lnTo>
                  <a:pt x="66675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409575" y="3348038"/>
            <a:ext cx="8515350" cy="1133475"/>
          </a:xfrm>
          <a:custGeom>
            <a:avLst/>
            <a:gdLst/>
            <a:ahLst/>
            <a:cxnLst/>
            <a:rect l="l" t="t" r="r" b="b"/>
            <a:pathLst>
              <a:path w="8515350" h="1133475">
                <a:moveTo>
                  <a:pt x="0" y="0"/>
                </a:moveTo>
                <a:lnTo>
                  <a:pt x="8515350" y="0"/>
                </a:lnTo>
                <a:lnTo>
                  <a:pt x="8515350" y="1133475"/>
                </a:lnTo>
                <a:lnTo>
                  <a:pt x="0" y="11334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6750" y="3605213"/>
            <a:ext cx="80962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Placeholder Contact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0125075" y="4843463"/>
            <a:ext cx="1657350" cy="1200150"/>
          </a:xfrm>
          <a:custGeom>
            <a:avLst/>
            <a:gdLst/>
            <a:ahLst/>
            <a:cxnLst/>
            <a:rect l="l" t="t" r="r" b="b"/>
            <a:pathLst>
              <a:path w="1657350" h="1200150">
                <a:moveTo>
                  <a:pt x="0" y="0"/>
                </a:moveTo>
                <a:lnTo>
                  <a:pt x="1657350" y="0"/>
                </a:lnTo>
                <a:lnTo>
                  <a:pt x="1657350" y="1200150"/>
                </a:lnTo>
                <a:lnTo>
                  <a:pt x="0" y="12001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382250" y="5100638"/>
            <a:ext cx="1285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Placeholder Contact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382250" y="5519738"/>
            <a:ext cx="1228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 Placeholder Contact</a:t>
            </a:r>
            <a:endParaRPr lang="en-US" sz="1600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F9256A3D-5B70-4CAC-8FB1-5F7B7B7E99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565" y="222886"/>
            <a:ext cx="2426485" cy="158877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96283B69-DE3D-4996-B6C3-DE49589377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8500" y="1283802"/>
            <a:ext cx="2883389" cy="2238711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888FF62B-270F-46DE-B63D-9621DEF11B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7643" y="368963"/>
            <a:ext cx="3667045" cy="2148150"/>
          </a:xfrm>
          <a:prstGeom prst="rect">
            <a:avLst/>
          </a:prstGeom>
        </p:spPr>
      </p:pic>
      <p:pic>
        <p:nvPicPr>
          <p:cNvPr id="3074" name="Picture 2" descr="Merkle Tree">
            <a:extLst>
              <a:ext uri="{FF2B5EF4-FFF2-40B4-BE49-F238E27FC236}">
                <a16:creationId xmlns:a16="http://schemas.microsoft.com/office/drawing/2014/main" id="{9239285C-E468-458F-8ED7-82C82F21E9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4712493"/>
            <a:ext cx="3762377" cy="1881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BFT Consensus Algorithms">
            <a:extLst>
              <a:ext uri="{FF2B5EF4-FFF2-40B4-BE49-F238E27FC236}">
                <a16:creationId xmlns:a16="http://schemas.microsoft.com/office/drawing/2014/main" id="{1567E162-01A9-483F-9328-B1F7FD8AD2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3397" y="4662488"/>
            <a:ext cx="2505205" cy="1881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AI Blockchain Integration">
            <a:extLst>
              <a:ext uri="{FF2B5EF4-FFF2-40B4-BE49-F238E27FC236}">
                <a16:creationId xmlns:a16="http://schemas.microsoft.com/office/drawing/2014/main" id="{35FEB7C6-095A-45B6-AB29-B282E68242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8574" y="-256310"/>
            <a:ext cx="6107052" cy="3665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10" grpId="0" animBg="1"/>
    </p:bldLst>
  </p:timing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</TotalTime>
  <Words>755</Words>
  <Application>Microsoft Office PowerPoint</Application>
  <PresentationFormat>宽屏</PresentationFormat>
  <Paragraphs>248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0" baseType="lpstr">
      <vt:lpstr>Arial</vt:lpstr>
      <vt:lpstr>Calibri</vt:lpstr>
      <vt:lpstr>等线</vt:lpstr>
      <vt:lpstr>MiSans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区块链已死？——为什么联盟链救不了区块链</dc:title>
  <dc:subject>区块链已死？——为什么联盟链救不了区块链</dc:subject>
  <dc:creator>Kimi</dc:creator>
  <cp:lastModifiedBy>23</cp:lastModifiedBy>
  <cp:revision>25</cp:revision>
  <dcterms:created xsi:type="dcterms:W3CDTF">2026-04-06T14:27:14Z</dcterms:created>
  <dcterms:modified xsi:type="dcterms:W3CDTF">2026-04-07T08:14:34Z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区块链已死？——为什么联盟链救不了区块链","ContentProducer":"001191110108MACG2KBH8F10000","ProduceID":"19d632ca-8062-837c-8000-0000d0b13db7","ReservedCode1":"","ContentPropagator":"001191110108MACG2KBH8F20000","PropagateID":"19d632ca-8062-837c-8000-0000d0b13db7","ReservedCode2":""}</vt:lpwstr>
  </property>
</Properties>
</file>