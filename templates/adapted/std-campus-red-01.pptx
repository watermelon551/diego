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等线" panose="02010600030101010101" pitchFamily="2" charset="-122"/>
      <p:regular r:id="rId12"/>
      <p:bold r:id="rId13"/>
    </p:embeddedFont>
    <p:embeddedFont>
      <p:font typeface="等线 Light" panose="02010600030101010101" pitchFamily="2" charset="-122"/>
      <p:regular r:id="rId14"/>
    </p:embeddedFont>
    <p:embeddedFont>
      <p:font typeface="微软雅黑" panose="020B0503020204020204" pitchFamily="34" charset="-122"/>
      <p:regular r:id="rId15"/>
      <p:bold r:id="rId16"/>
    </p:embeddedFont>
  </p:embeddedFontLst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3836"/>
    <a:srgbClr val="740806"/>
    <a:srgbClr val="F9D5AE"/>
    <a:srgbClr val="FFF4EE"/>
    <a:srgbClr val="B43D40"/>
    <a:srgbClr val="B43444"/>
    <a:srgbClr val="F5AB98"/>
    <a:srgbClr val="0151BD"/>
    <a:srgbClr val="A83431"/>
    <a:srgbClr val="A839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8"/>
    <p:restoredTop sz="96029"/>
  </p:normalViewPr>
  <p:slideViewPr>
    <p:cSldViewPr snapToGrid="0">
      <p:cViewPr varScale="1">
        <p:scale>
          <a:sx n="83" d="100"/>
          <a:sy n="83" d="100"/>
        </p:scale>
        <p:origin x="126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5.fntdata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FCE7D2">
                  <a:alpha val="0"/>
                </a:srgbClr>
              </a:gs>
              <a:gs pos="100000">
                <a:srgbClr val="FFE4D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cstate="screen"/>
          <a:stretch>
            <a:fillRect/>
          </a:stretch>
        </p:blipFill>
        <p:spPr>
          <a:xfrm>
            <a:off x="11342231" y="269798"/>
            <a:ext cx="567270" cy="63345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38D1CA-CFD4-4441-9941-76CB3DA5BB93}" type="datetimeFigureOut">
              <a:rPr kumimoji="1" lang="zh-CN" altLang="en-US" smtClean="0"/>
              <a:t>2026/4/12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9C0DFCF-B22A-CE43-8FEE-53091E4C0514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62143-DB91-2D4C-8D1B-65F6E70FF7CE}" type="datetimeFigureOut">
              <a:rPr kumimoji="1" lang="zh-CN" altLang="en-US" smtClean="0"/>
              <a:t>2026/4/12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DBAD3-7CD9-314B-AAD2-4C2991DAE7D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3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056467" y="4100952"/>
            <a:ext cx="6112932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Placeholder Title S01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Placeholder Cover Subtitle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Placeholder Author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Placeholder Author</a:t>
            </a:r>
            <a:r>
              <a:rPr kumimoji="0" lang="en-US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Placeholder Author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Placeholder Author</a:t>
            </a:r>
            <a:r>
              <a:rPr kumimoji="0" lang="zh-CN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1500" b="0" i="0" u="none" strike="noStrike" kern="1200" cap="none" spc="300" normalizeH="0" baseline="0" noProof="0" dirty="0">
              <a:ln>
                <a:noFill/>
              </a:ln>
              <a:solidFill>
                <a:srgbClr val="FFC000">
                  <a:lumMod val="20000"/>
                  <a:lumOff val="8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1" y="2318969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78000">
                      <a:srgbClr val="FFF2CC"/>
                    </a:gs>
                    <a:gs pos="47000">
                      <a:srgbClr val="F9C27D"/>
                    </a:gs>
                    <a:gs pos="100000">
                      <a:srgbClr val="FAD599"/>
                    </a:gs>
                    <a:gs pos="15000">
                      <a:srgbClr val="FFF8D2"/>
                    </a:gs>
                  </a:gsLst>
                  <a:lin ang="180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Template Placeholder Author</a:t>
            </a:r>
            <a:endParaRPr kumimoji="0" lang="zh-CN" altLang="zh-CN" sz="5600" b="1" i="0" u="none" strike="noStrike" kern="100" cap="none" spc="0" normalizeH="0" baseline="0" noProof="0" dirty="0">
              <a:ln>
                <a:noFill/>
              </a:ln>
              <a:gradFill>
                <a:gsLst>
                  <a:gs pos="78000">
                    <a:srgbClr val="FFF2CC"/>
                  </a:gs>
                  <a:gs pos="47000">
                    <a:srgbClr val="F9C27D"/>
                  </a:gs>
                  <a:gs pos="100000">
                    <a:srgbClr val="FAD599"/>
                  </a:gs>
                  <a:gs pos="15000">
                    <a:srgbClr val="FFF8D2"/>
                  </a:gs>
                </a:gsLst>
                <a:lin ang="18000000" scaled="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56467" y="3627544"/>
            <a:ext cx="6112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Placeholder Author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Placeholder Author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lumMod val="20000"/>
                  <a:lumOff val="8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Image Placeholder 2" descr="placeholder image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237835" y="474197"/>
            <a:ext cx="3750197" cy="11350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/>
          <p:cNvSpPr/>
          <p:nvPr/>
        </p:nvSpPr>
        <p:spPr>
          <a:xfrm>
            <a:off x="3969714" y="1366285"/>
            <a:ext cx="566655" cy="566655"/>
          </a:xfrm>
          <a:prstGeom prst="ellipse">
            <a:avLst/>
          </a:prstGeom>
          <a:solidFill>
            <a:srgbClr val="B43D4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r>
              <a:rPr lang="en-US" altLang="zh-CN" sz="2400" b="1" spc="-150" dirty="0">
                <a:ln w="38100">
                  <a:noFill/>
                </a:ln>
                <a:solidFill>
                  <a:srgbClr val="F9D5AE"/>
                </a:solidFill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lt"/>
              </a:rPr>
              <a:t>Template Placeholder Title S02</a:t>
            </a:r>
            <a:endParaRPr lang="zh-CN" altLang="en-US" sz="2400" b="1" spc="-150" dirty="0">
              <a:ln w="38100">
                <a:noFill/>
              </a:ln>
              <a:solidFill>
                <a:srgbClr val="F9D5AE"/>
              </a:solidFill>
              <a:latin typeface="Times New Roman" panose="02020603050405020304" pitchFamily="18" charset="0"/>
              <a:ea typeface="思源宋体 CN Heavy" panose="02020900000000000000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04796" y="1960711"/>
            <a:ext cx="461665" cy="13619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dirty="0">
                <a:solidFill>
                  <a:srgbClr val="A8383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Template Placeholder Agenda 1</a:t>
            </a:r>
            <a:endParaRPr lang="zh-CN" altLang="en-US" sz="1200" dirty="0">
              <a:solidFill>
                <a:srgbClr val="A83836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024747" y="580135"/>
            <a:ext cx="905611" cy="1286545"/>
          </a:xfrm>
          <a:custGeom>
            <a:avLst/>
            <a:gdLst/>
            <a:ahLst/>
            <a:cxnLst/>
            <a:rect l="l" t="t" r="r" b="b"/>
            <a:pathLst>
              <a:path w="905611" h="1286545">
                <a:moveTo>
                  <a:pt x="706367" y="0"/>
                </a:moveTo>
                <a:cubicBezTo>
                  <a:pt x="797450" y="37951"/>
                  <a:pt x="863864" y="83493"/>
                  <a:pt x="905611" y="136624"/>
                </a:cubicBezTo>
                <a:cubicBezTo>
                  <a:pt x="905611" y="148010"/>
                  <a:pt x="894226" y="161293"/>
                  <a:pt x="871455" y="176473"/>
                </a:cubicBezTo>
                <a:cubicBezTo>
                  <a:pt x="860069" y="187858"/>
                  <a:pt x="854377" y="193551"/>
                  <a:pt x="854377" y="193551"/>
                </a:cubicBezTo>
                <a:lnTo>
                  <a:pt x="854377" y="1212540"/>
                </a:lnTo>
                <a:cubicBezTo>
                  <a:pt x="861967" y="1242901"/>
                  <a:pt x="822118" y="1261877"/>
                  <a:pt x="734831" y="1269467"/>
                </a:cubicBezTo>
                <a:cubicBezTo>
                  <a:pt x="689289" y="1273262"/>
                  <a:pt x="666518" y="1261877"/>
                  <a:pt x="666518" y="1235311"/>
                </a:cubicBezTo>
                <a:lnTo>
                  <a:pt x="666518" y="1104379"/>
                </a:lnTo>
                <a:lnTo>
                  <a:pt x="171256" y="1104379"/>
                </a:lnTo>
                <a:lnTo>
                  <a:pt x="171256" y="1229618"/>
                </a:lnTo>
                <a:cubicBezTo>
                  <a:pt x="171256" y="1259979"/>
                  <a:pt x="133304" y="1278955"/>
                  <a:pt x="57402" y="1286545"/>
                </a:cubicBezTo>
                <a:cubicBezTo>
                  <a:pt x="15656" y="1286545"/>
                  <a:pt x="-3320" y="1271364"/>
                  <a:pt x="475" y="1241004"/>
                </a:cubicBezTo>
                <a:lnTo>
                  <a:pt x="475" y="68312"/>
                </a:lnTo>
                <a:cubicBezTo>
                  <a:pt x="-3320" y="26566"/>
                  <a:pt x="42222" y="26566"/>
                  <a:pt x="137100" y="68312"/>
                </a:cubicBezTo>
                <a:cubicBezTo>
                  <a:pt x="171256" y="83493"/>
                  <a:pt x="194026" y="91083"/>
                  <a:pt x="205412" y="91083"/>
                </a:cubicBezTo>
                <a:lnTo>
                  <a:pt x="620977" y="91083"/>
                </a:lnTo>
                <a:cubicBezTo>
                  <a:pt x="620977" y="91083"/>
                  <a:pt x="628567" y="81595"/>
                  <a:pt x="643748" y="62620"/>
                </a:cubicBezTo>
                <a:cubicBezTo>
                  <a:pt x="670314" y="20873"/>
                  <a:pt x="691187" y="0"/>
                  <a:pt x="706367" y="0"/>
                </a:cubicBezTo>
                <a:close/>
                <a:moveTo>
                  <a:pt x="250953" y="113854"/>
                </a:moveTo>
                <a:cubicBezTo>
                  <a:pt x="197822" y="113854"/>
                  <a:pt x="171256" y="138522"/>
                  <a:pt x="171256" y="187858"/>
                </a:cubicBezTo>
                <a:lnTo>
                  <a:pt x="171256" y="409873"/>
                </a:lnTo>
                <a:lnTo>
                  <a:pt x="666518" y="409873"/>
                </a:lnTo>
                <a:lnTo>
                  <a:pt x="666518" y="113854"/>
                </a:lnTo>
                <a:lnTo>
                  <a:pt x="250953" y="113854"/>
                </a:lnTo>
                <a:close/>
                <a:moveTo>
                  <a:pt x="171256" y="438336"/>
                </a:moveTo>
                <a:lnTo>
                  <a:pt x="171256" y="734355"/>
                </a:lnTo>
                <a:lnTo>
                  <a:pt x="666518" y="734355"/>
                </a:lnTo>
                <a:lnTo>
                  <a:pt x="666518" y="438336"/>
                </a:lnTo>
                <a:lnTo>
                  <a:pt x="171256" y="438336"/>
                </a:lnTo>
                <a:close/>
                <a:moveTo>
                  <a:pt x="171256" y="757126"/>
                </a:moveTo>
                <a:lnTo>
                  <a:pt x="171256" y="1075916"/>
                </a:lnTo>
                <a:lnTo>
                  <a:pt x="666518" y="1075916"/>
                </a:lnTo>
                <a:lnTo>
                  <a:pt x="666518" y="757126"/>
                </a:lnTo>
                <a:lnTo>
                  <a:pt x="171256" y="757126"/>
                </a:lnTo>
                <a:close/>
              </a:path>
            </a:pathLst>
          </a:custGeom>
          <a:gradFill>
            <a:gsLst>
              <a:gs pos="65000">
                <a:srgbClr val="B42B42"/>
              </a:gs>
              <a:gs pos="0">
                <a:srgbClr val="F79A78">
                  <a:alpha val="29000"/>
                </a:srgbClr>
              </a:gs>
            </a:gsLst>
            <a:lin ang="13500000" scaled="1"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000" dirty="0">
              <a:gradFill>
                <a:gsLst>
                  <a:gs pos="65000">
                    <a:srgbClr val="B42B42"/>
                  </a:gs>
                  <a:gs pos="0">
                    <a:srgbClr val="F79A78">
                      <a:alpha val="29000"/>
                    </a:srgbClr>
                  </a:gs>
                </a:gsLst>
                <a:lin ang="135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480046" y="1441526"/>
            <a:ext cx="1291478" cy="1275159"/>
          </a:xfrm>
          <a:custGeom>
            <a:avLst/>
            <a:gdLst>
              <a:gd name="connsiteX0" fmla="*/ 208019 w 1291478"/>
              <a:gd name="connsiteY0" fmla="*/ 581009 h 1275159"/>
              <a:gd name="connsiteX1" fmla="*/ 385204 w 1291478"/>
              <a:gd name="connsiteY1" fmla="*/ 637580 h 1275159"/>
              <a:gd name="connsiteX2" fmla="*/ 385204 w 1291478"/>
              <a:gd name="connsiteY2" fmla="*/ 791282 h 1275159"/>
              <a:gd name="connsiteX3" fmla="*/ 248580 w 1291478"/>
              <a:gd name="connsiteY3" fmla="*/ 774204 h 1275159"/>
              <a:gd name="connsiteX4" fmla="*/ 242887 w 1291478"/>
              <a:gd name="connsiteY4" fmla="*/ 734355 h 1275159"/>
              <a:gd name="connsiteX5" fmla="*/ 157497 w 1291478"/>
              <a:gd name="connsiteY5" fmla="*/ 586346 h 1275159"/>
              <a:gd name="connsiteX6" fmla="*/ 208019 w 1291478"/>
              <a:gd name="connsiteY6" fmla="*/ 581009 h 1275159"/>
              <a:gd name="connsiteX7" fmla="*/ 874774 w 1291478"/>
              <a:gd name="connsiteY7" fmla="*/ 0 h 1275159"/>
              <a:gd name="connsiteX8" fmla="*/ 1051247 w 1291478"/>
              <a:gd name="connsiteY8" fmla="*/ 119546 h 1275159"/>
              <a:gd name="connsiteX9" fmla="*/ 1022784 w 1291478"/>
              <a:gd name="connsiteY9" fmla="*/ 159395 h 1275159"/>
              <a:gd name="connsiteX10" fmla="*/ 1000013 w 1291478"/>
              <a:gd name="connsiteY10" fmla="*/ 187858 h 1275159"/>
              <a:gd name="connsiteX11" fmla="*/ 1000013 w 1291478"/>
              <a:gd name="connsiteY11" fmla="*/ 466799 h 1275159"/>
              <a:gd name="connsiteX12" fmla="*/ 1051247 w 1291478"/>
              <a:gd name="connsiteY12" fmla="*/ 466799 h 1275159"/>
              <a:gd name="connsiteX13" fmla="*/ 1074018 w 1291478"/>
              <a:gd name="connsiteY13" fmla="*/ 432643 h 1275159"/>
              <a:gd name="connsiteX14" fmla="*/ 1130945 w 1291478"/>
              <a:gd name="connsiteY14" fmla="*/ 358639 h 1275159"/>
              <a:gd name="connsiteX15" fmla="*/ 1273262 w 1291478"/>
              <a:gd name="connsiteY15" fmla="*/ 449721 h 1275159"/>
              <a:gd name="connsiteX16" fmla="*/ 1290340 w 1291478"/>
              <a:gd name="connsiteY16" fmla="*/ 483877 h 1275159"/>
              <a:gd name="connsiteX17" fmla="*/ 1250491 w 1291478"/>
              <a:gd name="connsiteY17" fmla="*/ 495263 h 1275159"/>
              <a:gd name="connsiteX18" fmla="*/ 726765 w 1291478"/>
              <a:gd name="connsiteY18" fmla="*/ 495263 h 1275159"/>
              <a:gd name="connsiteX19" fmla="*/ 857696 w 1291478"/>
              <a:gd name="connsiteY19" fmla="*/ 779897 h 1275159"/>
              <a:gd name="connsiteX20" fmla="*/ 926008 w 1291478"/>
              <a:gd name="connsiteY20" fmla="*/ 643272 h 1275159"/>
              <a:gd name="connsiteX21" fmla="*/ 948779 w 1291478"/>
              <a:gd name="connsiteY21" fmla="*/ 597731 h 1275159"/>
              <a:gd name="connsiteX22" fmla="*/ 1005706 w 1291478"/>
              <a:gd name="connsiteY22" fmla="*/ 569268 h 1275159"/>
              <a:gd name="connsiteX23" fmla="*/ 1108174 w 1291478"/>
              <a:gd name="connsiteY23" fmla="*/ 694506 h 1275159"/>
              <a:gd name="connsiteX24" fmla="*/ 1091096 w 1291478"/>
              <a:gd name="connsiteY24" fmla="*/ 694506 h 1275159"/>
              <a:gd name="connsiteX25" fmla="*/ 886160 w 1291478"/>
              <a:gd name="connsiteY25" fmla="*/ 819745 h 1275159"/>
              <a:gd name="connsiteX26" fmla="*/ 1267569 w 1291478"/>
              <a:gd name="connsiteY26" fmla="*/ 1018989 h 1275159"/>
              <a:gd name="connsiteX27" fmla="*/ 1250491 w 1291478"/>
              <a:gd name="connsiteY27" fmla="*/ 1058838 h 1275159"/>
              <a:gd name="connsiteX28" fmla="*/ 1244798 w 1291478"/>
              <a:gd name="connsiteY28" fmla="*/ 1058838 h 1275159"/>
              <a:gd name="connsiteX29" fmla="*/ 1130945 w 1291478"/>
              <a:gd name="connsiteY29" fmla="*/ 1155613 h 1275159"/>
              <a:gd name="connsiteX30" fmla="*/ 1068325 w 1291478"/>
              <a:gd name="connsiteY30" fmla="*/ 1172691 h 1275159"/>
              <a:gd name="connsiteX31" fmla="*/ 715379 w 1291478"/>
              <a:gd name="connsiteY31" fmla="*/ 614809 h 1275159"/>
              <a:gd name="connsiteX32" fmla="*/ 715379 w 1291478"/>
              <a:gd name="connsiteY32" fmla="*/ 1155613 h 1275159"/>
              <a:gd name="connsiteX33" fmla="*/ 499058 w 1291478"/>
              <a:gd name="connsiteY33" fmla="*/ 1275159 h 1275159"/>
              <a:gd name="connsiteX34" fmla="*/ 476287 w 1291478"/>
              <a:gd name="connsiteY34" fmla="*/ 1241003 h 1275159"/>
              <a:gd name="connsiteX35" fmla="*/ 368126 w 1291478"/>
              <a:gd name="connsiteY35" fmla="*/ 1149921 h 1275159"/>
              <a:gd name="connsiteX36" fmla="*/ 385204 w 1291478"/>
              <a:gd name="connsiteY36" fmla="*/ 1127150 h 1275159"/>
              <a:gd name="connsiteX37" fmla="*/ 544599 w 1291478"/>
              <a:gd name="connsiteY37" fmla="*/ 1053145 h 1275159"/>
              <a:gd name="connsiteX38" fmla="*/ 544599 w 1291478"/>
              <a:gd name="connsiteY38" fmla="*/ 825438 h 1275159"/>
              <a:gd name="connsiteX39" fmla="*/ 168882 w 1291478"/>
              <a:gd name="connsiteY39" fmla="*/ 1098686 h 1275159"/>
              <a:gd name="connsiteX40" fmla="*/ 111956 w 1291478"/>
              <a:gd name="connsiteY40" fmla="*/ 1138535 h 1275159"/>
              <a:gd name="connsiteX41" fmla="*/ 26565 w 1291478"/>
              <a:gd name="connsiteY41" fmla="*/ 1001911 h 1275159"/>
              <a:gd name="connsiteX42" fmla="*/ 134726 w 1291478"/>
              <a:gd name="connsiteY42" fmla="*/ 927906 h 1275159"/>
              <a:gd name="connsiteX43" fmla="*/ 544599 w 1291478"/>
              <a:gd name="connsiteY43" fmla="*/ 791282 h 1275159"/>
              <a:gd name="connsiteX44" fmla="*/ 544599 w 1291478"/>
              <a:gd name="connsiteY44" fmla="*/ 495263 h 1275159"/>
              <a:gd name="connsiteX45" fmla="*/ 37951 w 1291478"/>
              <a:gd name="connsiteY45" fmla="*/ 495263 h 1275159"/>
              <a:gd name="connsiteX46" fmla="*/ 3795 w 1291478"/>
              <a:gd name="connsiteY46" fmla="*/ 483877 h 1275159"/>
              <a:gd name="connsiteX47" fmla="*/ 15180 w 1291478"/>
              <a:gd name="connsiteY47" fmla="*/ 466799 h 1275159"/>
              <a:gd name="connsiteX48" fmla="*/ 846311 w 1291478"/>
              <a:gd name="connsiteY48" fmla="*/ 466799 h 1275159"/>
              <a:gd name="connsiteX49" fmla="*/ 846311 w 1291478"/>
              <a:gd name="connsiteY49" fmla="*/ 296019 h 1275159"/>
              <a:gd name="connsiteX50" fmla="*/ 259965 w 1291478"/>
              <a:gd name="connsiteY50" fmla="*/ 296019 h 1275159"/>
              <a:gd name="connsiteX51" fmla="*/ 220116 w 1291478"/>
              <a:gd name="connsiteY51" fmla="*/ 284634 h 1275159"/>
              <a:gd name="connsiteX52" fmla="*/ 237194 w 1291478"/>
              <a:gd name="connsiteY52" fmla="*/ 273248 h 1275159"/>
              <a:gd name="connsiteX53" fmla="*/ 846311 w 1291478"/>
              <a:gd name="connsiteY53" fmla="*/ 273248 h 1275159"/>
              <a:gd name="connsiteX54" fmla="*/ 846311 w 1291478"/>
              <a:gd name="connsiteY54" fmla="*/ 102468 h 1275159"/>
              <a:gd name="connsiteX55" fmla="*/ 214424 w 1291478"/>
              <a:gd name="connsiteY55" fmla="*/ 102468 h 1275159"/>
              <a:gd name="connsiteX56" fmla="*/ 185960 w 1291478"/>
              <a:gd name="connsiteY56" fmla="*/ 79697 h 1275159"/>
              <a:gd name="connsiteX57" fmla="*/ 806462 w 1291478"/>
              <a:gd name="connsiteY57" fmla="*/ 79697 h 1275159"/>
              <a:gd name="connsiteX58" fmla="*/ 829233 w 1291478"/>
              <a:gd name="connsiteY58" fmla="*/ 51234 h 1275159"/>
              <a:gd name="connsiteX59" fmla="*/ 874774 w 1291478"/>
              <a:gd name="connsiteY59" fmla="*/ 0 h 1275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91478" h="1275159">
                <a:moveTo>
                  <a:pt x="208019" y="581009"/>
                </a:moveTo>
                <a:cubicBezTo>
                  <a:pt x="260677" y="581720"/>
                  <a:pt x="319738" y="600577"/>
                  <a:pt x="385204" y="637580"/>
                </a:cubicBezTo>
                <a:cubicBezTo>
                  <a:pt x="430745" y="690711"/>
                  <a:pt x="430745" y="741945"/>
                  <a:pt x="385204" y="791282"/>
                </a:cubicBezTo>
                <a:cubicBezTo>
                  <a:pt x="324482" y="844414"/>
                  <a:pt x="278941" y="838721"/>
                  <a:pt x="248580" y="774204"/>
                </a:cubicBezTo>
                <a:cubicBezTo>
                  <a:pt x="244785" y="766614"/>
                  <a:pt x="242887" y="753331"/>
                  <a:pt x="242887" y="734355"/>
                </a:cubicBezTo>
                <a:cubicBezTo>
                  <a:pt x="250477" y="673633"/>
                  <a:pt x="222014" y="624297"/>
                  <a:pt x="157497" y="586346"/>
                </a:cubicBezTo>
                <a:cubicBezTo>
                  <a:pt x="173626" y="582550"/>
                  <a:pt x="190467" y="580771"/>
                  <a:pt x="208019" y="581009"/>
                </a:cubicBezTo>
                <a:close/>
                <a:moveTo>
                  <a:pt x="874774" y="0"/>
                </a:moveTo>
                <a:cubicBezTo>
                  <a:pt x="954472" y="18976"/>
                  <a:pt x="1013296" y="58824"/>
                  <a:pt x="1051247" y="119546"/>
                </a:cubicBezTo>
                <a:cubicBezTo>
                  <a:pt x="1051247" y="130931"/>
                  <a:pt x="1041759" y="144214"/>
                  <a:pt x="1022784" y="159395"/>
                </a:cubicBezTo>
                <a:cubicBezTo>
                  <a:pt x="1007603" y="174575"/>
                  <a:pt x="1000013" y="184063"/>
                  <a:pt x="1000013" y="187858"/>
                </a:cubicBezTo>
                <a:lnTo>
                  <a:pt x="1000013" y="466799"/>
                </a:lnTo>
                <a:lnTo>
                  <a:pt x="1051247" y="466799"/>
                </a:lnTo>
                <a:cubicBezTo>
                  <a:pt x="1051247" y="470594"/>
                  <a:pt x="1058837" y="459209"/>
                  <a:pt x="1074018" y="432643"/>
                </a:cubicBezTo>
                <a:cubicBezTo>
                  <a:pt x="1096789" y="383307"/>
                  <a:pt x="1115764" y="358639"/>
                  <a:pt x="1130945" y="358639"/>
                </a:cubicBezTo>
                <a:cubicBezTo>
                  <a:pt x="1157510" y="358639"/>
                  <a:pt x="1204949" y="389000"/>
                  <a:pt x="1273262" y="449721"/>
                </a:cubicBezTo>
                <a:cubicBezTo>
                  <a:pt x="1288442" y="464902"/>
                  <a:pt x="1294135" y="476287"/>
                  <a:pt x="1290340" y="483877"/>
                </a:cubicBezTo>
                <a:cubicBezTo>
                  <a:pt x="1282749" y="491468"/>
                  <a:pt x="1269466" y="495263"/>
                  <a:pt x="1250491" y="495263"/>
                </a:cubicBezTo>
                <a:lnTo>
                  <a:pt x="726765" y="495263"/>
                </a:lnTo>
                <a:cubicBezTo>
                  <a:pt x="738150" y="582550"/>
                  <a:pt x="781794" y="677428"/>
                  <a:pt x="857696" y="779897"/>
                </a:cubicBezTo>
                <a:cubicBezTo>
                  <a:pt x="872877" y="753331"/>
                  <a:pt x="895647" y="707789"/>
                  <a:pt x="926008" y="643272"/>
                </a:cubicBezTo>
                <a:cubicBezTo>
                  <a:pt x="933599" y="631887"/>
                  <a:pt x="941189" y="616706"/>
                  <a:pt x="948779" y="597731"/>
                </a:cubicBezTo>
                <a:cubicBezTo>
                  <a:pt x="956369" y="559780"/>
                  <a:pt x="975345" y="550292"/>
                  <a:pt x="1005706" y="569268"/>
                </a:cubicBezTo>
                <a:cubicBezTo>
                  <a:pt x="1153715" y="637580"/>
                  <a:pt x="1187871" y="679326"/>
                  <a:pt x="1108174" y="694506"/>
                </a:cubicBezTo>
                <a:cubicBezTo>
                  <a:pt x="1096789" y="694506"/>
                  <a:pt x="1091096" y="694506"/>
                  <a:pt x="1091096" y="694506"/>
                </a:cubicBezTo>
                <a:cubicBezTo>
                  <a:pt x="1026579" y="736253"/>
                  <a:pt x="958267" y="777999"/>
                  <a:pt x="886160" y="819745"/>
                </a:cubicBezTo>
                <a:cubicBezTo>
                  <a:pt x="973447" y="922214"/>
                  <a:pt x="1100584" y="988628"/>
                  <a:pt x="1267569" y="1018989"/>
                </a:cubicBezTo>
                <a:cubicBezTo>
                  <a:pt x="1290339" y="1022784"/>
                  <a:pt x="1284647" y="1036067"/>
                  <a:pt x="1250491" y="1058838"/>
                </a:cubicBezTo>
                <a:cubicBezTo>
                  <a:pt x="1246696" y="1058838"/>
                  <a:pt x="1244798" y="1058838"/>
                  <a:pt x="1244798" y="1058838"/>
                </a:cubicBezTo>
                <a:cubicBezTo>
                  <a:pt x="1195462" y="1085404"/>
                  <a:pt x="1157510" y="1117662"/>
                  <a:pt x="1130945" y="1155613"/>
                </a:cubicBezTo>
                <a:cubicBezTo>
                  <a:pt x="1119559" y="1185974"/>
                  <a:pt x="1098686" y="1191667"/>
                  <a:pt x="1068325" y="1172691"/>
                </a:cubicBezTo>
                <a:cubicBezTo>
                  <a:pt x="897545" y="1111969"/>
                  <a:pt x="779896" y="926009"/>
                  <a:pt x="715379" y="614809"/>
                </a:cubicBezTo>
                <a:lnTo>
                  <a:pt x="715379" y="1155613"/>
                </a:lnTo>
                <a:cubicBezTo>
                  <a:pt x="692609" y="1235311"/>
                  <a:pt x="620501" y="1275159"/>
                  <a:pt x="499058" y="1275159"/>
                </a:cubicBezTo>
                <a:cubicBezTo>
                  <a:pt x="487672" y="1267569"/>
                  <a:pt x="480082" y="1256184"/>
                  <a:pt x="476287" y="1241003"/>
                </a:cubicBezTo>
                <a:cubicBezTo>
                  <a:pt x="461106" y="1199257"/>
                  <a:pt x="425053" y="1168896"/>
                  <a:pt x="368126" y="1149921"/>
                </a:cubicBezTo>
                <a:cubicBezTo>
                  <a:pt x="333970" y="1138535"/>
                  <a:pt x="339663" y="1130945"/>
                  <a:pt x="385204" y="1127150"/>
                </a:cubicBezTo>
                <a:cubicBezTo>
                  <a:pt x="491467" y="1119560"/>
                  <a:pt x="544599" y="1094891"/>
                  <a:pt x="544599" y="1053145"/>
                </a:cubicBezTo>
                <a:lnTo>
                  <a:pt x="544599" y="825438"/>
                </a:lnTo>
                <a:cubicBezTo>
                  <a:pt x="392794" y="920316"/>
                  <a:pt x="267555" y="1011399"/>
                  <a:pt x="168882" y="1098686"/>
                </a:cubicBezTo>
                <a:cubicBezTo>
                  <a:pt x="138521" y="1125252"/>
                  <a:pt x="119546" y="1138535"/>
                  <a:pt x="111956" y="1138535"/>
                </a:cubicBezTo>
                <a:cubicBezTo>
                  <a:pt x="96775" y="1146125"/>
                  <a:pt x="68312" y="1100584"/>
                  <a:pt x="26565" y="1001911"/>
                </a:cubicBezTo>
                <a:cubicBezTo>
                  <a:pt x="11385" y="975345"/>
                  <a:pt x="47439" y="950677"/>
                  <a:pt x="134726" y="927906"/>
                </a:cubicBezTo>
                <a:cubicBezTo>
                  <a:pt x="278941" y="889955"/>
                  <a:pt x="415565" y="844414"/>
                  <a:pt x="544599" y="791282"/>
                </a:cubicBezTo>
                <a:lnTo>
                  <a:pt x="544599" y="495263"/>
                </a:lnTo>
                <a:lnTo>
                  <a:pt x="37951" y="495263"/>
                </a:lnTo>
                <a:cubicBezTo>
                  <a:pt x="22770" y="495263"/>
                  <a:pt x="11385" y="491468"/>
                  <a:pt x="3795" y="483877"/>
                </a:cubicBezTo>
                <a:cubicBezTo>
                  <a:pt x="-3795" y="476287"/>
                  <a:pt x="0" y="470594"/>
                  <a:pt x="15180" y="466799"/>
                </a:cubicBezTo>
                <a:lnTo>
                  <a:pt x="846311" y="466799"/>
                </a:lnTo>
                <a:lnTo>
                  <a:pt x="846311" y="296019"/>
                </a:lnTo>
                <a:lnTo>
                  <a:pt x="259965" y="296019"/>
                </a:lnTo>
                <a:cubicBezTo>
                  <a:pt x="240990" y="296019"/>
                  <a:pt x="227707" y="292224"/>
                  <a:pt x="220116" y="284634"/>
                </a:cubicBezTo>
                <a:cubicBezTo>
                  <a:pt x="212526" y="280839"/>
                  <a:pt x="218219" y="277043"/>
                  <a:pt x="237194" y="273248"/>
                </a:cubicBezTo>
                <a:lnTo>
                  <a:pt x="846311" y="273248"/>
                </a:lnTo>
                <a:lnTo>
                  <a:pt x="846311" y="102468"/>
                </a:lnTo>
                <a:lnTo>
                  <a:pt x="214424" y="102468"/>
                </a:lnTo>
                <a:cubicBezTo>
                  <a:pt x="176473" y="94878"/>
                  <a:pt x="166985" y="87288"/>
                  <a:pt x="185960" y="79697"/>
                </a:cubicBezTo>
                <a:lnTo>
                  <a:pt x="806462" y="79697"/>
                </a:lnTo>
                <a:cubicBezTo>
                  <a:pt x="810257" y="79697"/>
                  <a:pt x="817847" y="70210"/>
                  <a:pt x="829233" y="51234"/>
                </a:cubicBezTo>
                <a:cubicBezTo>
                  <a:pt x="844413" y="20873"/>
                  <a:pt x="859594" y="3795"/>
                  <a:pt x="874774" y="0"/>
                </a:cubicBezTo>
                <a:close/>
              </a:path>
            </a:pathLst>
          </a:custGeom>
          <a:gradFill>
            <a:gsLst>
              <a:gs pos="65000">
                <a:srgbClr val="B42B42"/>
              </a:gs>
              <a:gs pos="0">
                <a:srgbClr val="F79A78">
                  <a:alpha val="29000"/>
                </a:srgbClr>
              </a:gs>
            </a:gsLst>
            <a:lin ang="13500000" scaled="1"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000" dirty="0">
              <a:gradFill>
                <a:gsLst>
                  <a:gs pos="65000">
                    <a:srgbClr val="B42B42"/>
                  </a:gs>
                  <a:gs pos="0">
                    <a:srgbClr val="F79A78">
                      <a:alpha val="29000"/>
                    </a:srgbClr>
                  </a:gs>
                </a:gsLst>
                <a:lin ang="135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0" y="6601571"/>
            <a:ext cx="12192000" cy="264449"/>
          </a:xfrm>
          <a:prstGeom prst="rect">
            <a:avLst/>
          </a:prstGeom>
          <a:solidFill>
            <a:srgbClr val="A83836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969714" y="2262571"/>
            <a:ext cx="566655" cy="566655"/>
          </a:xfrm>
          <a:prstGeom prst="ellipse">
            <a:avLst/>
          </a:prstGeom>
          <a:solidFill>
            <a:srgbClr val="B43D4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r>
              <a:rPr lang="en-US" altLang="zh-CN" sz="2400" b="1" spc="-150" dirty="0">
                <a:ln w="38100">
                  <a:noFill/>
                </a:ln>
                <a:solidFill>
                  <a:srgbClr val="F9D5AE"/>
                </a:solidFill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lt"/>
              </a:rPr>
              <a:t>Template Placeholder Agenda 2</a:t>
            </a:r>
            <a:endParaRPr lang="zh-CN" altLang="en-US" sz="2400" b="1" spc="-150" dirty="0">
              <a:ln w="38100">
                <a:noFill/>
              </a:ln>
              <a:solidFill>
                <a:srgbClr val="F9D5AE"/>
              </a:solidFill>
              <a:latin typeface="Times New Roman" panose="02020603050405020304" pitchFamily="18" charset="0"/>
              <a:ea typeface="思源宋体 CN Heavy" panose="02020900000000000000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969714" y="3158857"/>
            <a:ext cx="566655" cy="566655"/>
          </a:xfrm>
          <a:prstGeom prst="ellipse">
            <a:avLst/>
          </a:prstGeom>
          <a:solidFill>
            <a:srgbClr val="B43D4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r>
              <a:rPr lang="en-US" altLang="zh-CN" sz="2400" b="1" spc="-150" dirty="0">
                <a:ln w="38100">
                  <a:noFill/>
                </a:ln>
                <a:solidFill>
                  <a:srgbClr val="F9D5AE"/>
                </a:solidFill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lt"/>
              </a:rPr>
              <a:t>Template Placeholder Agenda 3</a:t>
            </a:r>
            <a:endParaRPr lang="zh-CN" altLang="en-US" sz="2400" b="1" spc="-150" dirty="0">
              <a:ln w="38100">
                <a:noFill/>
              </a:ln>
              <a:solidFill>
                <a:srgbClr val="F9D5AE"/>
              </a:solidFill>
              <a:latin typeface="Times New Roman" panose="02020603050405020304" pitchFamily="18" charset="0"/>
              <a:ea typeface="思源宋体 CN Heavy" panose="02020900000000000000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3969714" y="4055142"/>
            <a:ext cx="566655" cy="566655"/>
          </a:xfrm>
          <a:prstGeom prst="ellipse">
            <a:avLst/>
          </a:prstGeom>
          <a:solidFill>
            <a:srgbClr val="B43D4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r>
              <a:rPr lang="en-US" altLang="zh-CN" sz="2400" b="1" spc="-150" dirty="0">
                <a:ln w="38100">
                  <a:noFill/>
                </a:ln>
                <a:solidFill>
                  <a:srgbClr val="F9D5AE"/>
                </a:solidFill>
                <a:latin typeface="Times New Roman" panose="02020603050405020304" pitchFamily="18" charset="0"/>
                <a:ea typeface="思源宋体 CN Heavy" panose="02020900000000000000" charset="-122"/>
                <a:cs typeface="Times New Roman" panose="02020603050405020304" pitchFamily="18" charset="0"/>
                <a:sym typeface="+mn-lt"/>
              </a:rPr>
              <a:t>Template Placeholder Agenda 3</a:t>
            </a:r>
            <a:endParaRPr lang="zh-CN" altLang="en-US" sz="2400" b="1" spc="-150" dirty="0">
              <a:ln w="38100">
                <a:noFill/>
              </a:ln>
              <a:solidFill>
                <a:srgbClr val="F9D5AE"/>
              </a:solidFill>
              <a:latin typeface="Times New Roman" panose="02020603050405020304" pitchFamily="18" charset="0"/>
              <a:ea typeface="思源宋体 CN Heavy" panose="02020900000000000000" charset="-122"/>
              <a:cs typeface="Times New Roman" panose="02020603050405020304" pitchFamily="18" charset="0"/>
              <a:sym typeface="+mn-lt"/>
            </a:endParaRPr>
          </a:p>
        </p:txBody>
      </p:sp>
      <p:sp>
        <p:nvSpPr>
          <p:cNvPr id="40" name="矩形 39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726007" y="1381821"/>
            <a:ext cx="569681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800" b="1" dirty="0">
                <a:ln w="38100">
                  <a:noFill/>
                </a:ln>
                <a:solidFill>
                  <a:srgbClr val="A8383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 panose="020B0400000000000000" charset="-122"/>
              </a:rPr>
              <a:t>Template Placeholder Agenda 3</a:t>
            </a:r>
          </a:p>
        </p:txBody>
      </p:sp>
      <p:sp>
        <p:nvSpPr>
          <p:cNvPr id="41" name="矩形 40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726007" y="2296221"/>
            <a:ext cx="569681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800" b="1" dirty="0">
                <a:ln w="38100">
                  <a:noFill/>
                </a:ln>
                <a:solidFill>
                  <a:srgbClr val="A8383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 panose="020B0400000000000000" charset="-122"/>
              </a:rPr>
              <a:t>Template Placeholder Agenda 3</a:t>
            </a:r>
          </a:p>
        </p:txBody>
      </p:sp>
      <p:sp>
        <p:nvSpPr>
          <p:cNvPr id="42" name="矩形 4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726007" y="3182046"/>
            <a:ext cx="569681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800" b="1" dirty="0">
                <a:ln w="38100">
                  <a:noFill/>
                </a:ln>
                <a:solidFill>
                  <a:srgbClr val="A8383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 panose="020B0400000000000000" charset="-122"/>
              </a:rPr>
              <a:t>Template Placeholder Agenda 3</a:t>
            </a:r>
          </a:p>
        </p:txBody>
      </p:sp>
      <p:sp>
        <p:nvSpPr>
          <p:cNvPr id="43" name="矩形 4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726007" y="4082159"/>
            <a:ext cx="569681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2800" b="1" dirty="0">
                <a:ln w="38100">
                  <a:noFill/>
                </a:ln>
                <a:solidFill>
                  <a:srgbClr val="A8383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Normal" panose="020B0400000000000000" charset="-122"/>
              </a:rPr>
              <a:t>Template Placeholder Agenda 3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CE7D2">
                  <a:alpha val="0"/>
                </a:srgbClr>
              </a:gs>
              <a:gs pos="100000">
                <a:srgbClr val="FFE4D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Image Placeholder 1" descr="placeholder image"/>
          <p:cNvPicPr>
            <a:picLocks noChangeAspect="1"/>
          </p:cNvPicPr>
          <p:nvPr/>
        </p:nvPicPr>
        <p:blipFill rotWithShape="1">
          <a:blip r:embed="rId2" cstate="screen">
            <a:alphaModFix amt="85000"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0" y="3641558"/>
            <a:ext cx="12191999" cy="3216441"/>
          </a:xfrm>
          <a:prstGeom prst="rect">
            <a:avLst/>
          </a:prstGeom>
        </p:spPr>
      </p:pic>
      <p:pic>
        <p:nvPicPr>
          <p:cNvPr id="16" name="Image Placeholder 2" descr="placeholder image"/>
          <p:cNvPicPr>
            <a:picLocks noChangeAspect="1"/>
          </p:cNvPicPr>
          <p:nvPr/>
        </p:nvPicPr>
        <p:blipFill rotWithShape="1">
          <a:blip r:embed="rId2"/>
          <a:srcRect t="10446"/>
          <a:stretch>
            <a:fillRect/>
          </a:stretch>
        </p:blipFill>
        <p:spPr>
          <a:xfrm>
            <a:off x="0" y="1"/>
            <a:ext cx="12192000" cy="3543300"/>
          </a:xfrm>
          <a:prstGeom prst="rect">
            <a:avLst/>
          </a:prstGeom>
        </p:spPr>
      </p:pic>
      <p:sp>
        <p:nvSpPr>
          <p:cNvPr id="18" name="任意形状 17"/>
          <p:cNvSpPr/>
          <p:nvPr/>
        </p:nvSpPr>
        <p:spPr>
          <a:xfrm>
            <a:off x="0" y="0"/>
            <a:ext cx="12192000" cy="3386213"/>
          </a:xfrm>
          <a:custGeom>
            <a:avLst/>
            <a:gdLst>
              <a:gd name="connsiteX0" fmla="*/ 0 w 12192000"/>
              <a:gd name="connsiteY0" fmla="*/ 0 h 3563716"/>
              <a:gd name="connsiteX1" fmla="*/ 12192000 w 12192000"/>
              <a:gd name="connsiteY1" fmla="*/ 0 h 3563716"/>
              <a:gd name="connsiteX2" fmla="*/ 12192000 w 12192000"/>
              <a:gd name="connsiteY2" fmla="*/ 2565667 h 3563716"/>
              <a:gd name="connsiteX3" fmla="*/ 11920340 w 12192000"/>
              <a:gd name="connsiteY3" fmla="*/ 2668682 h 3563716"/>
              <a:gd name="connsiteX4" fmla="*/ 6096000 w 12192000"/>
              <a:gd name="connsiteY4" fmla="*/ 3563716 h 3563716"/>
              <a:gd name="connsiteX5" fmla="*/ 271660 w 12192000"/>
              <a:gd name="connsiteY5" fmla="*/ 2668682 h 3563716"/>
              <a:gd name="connsiteX6" fmla="*/ 0 w 12192000"/>
              <a:gd name="connsiteY6" fmla="*/ 2565667 h 3563716"/>
              <a:gd name="connsiteX7" fmla="*/ 0 w 12192000"/>
              <a:gd name="connsiteY7" fmla="*/ 0 h 356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563716">
                <a:moveTo>
                  <a:pt x="0" y="0"/>
                </a:moveTo>
                <a:lnTo>
                  <a:pt x="12192000" y="0"/>
                </a:lnTo>
                <a:lnTo>
                  <a:pt x="12192000" y="2565667"/>
                </a:lnTo>
                <a:lnTo>
                  <a:pt x="11920340" y="2668682"/>
                </a:lnTo>
                <a:cubicBezTo>
                  <a:pt x="10382026" y="3224782"/>
                  <a:pt x="8338529" y="3563716"/>
                  <a:pt x="6096000" y="3563716"/>
                </a:cubicBezTo>
                <a:cubicBezTo>
                  <a:pt x="3853472" y="3563716"/>
                  <a:pt x="1809974" y="3224782"/>
                  <a:pt x="271660" y="2668682"/>
                </a:cubicBezTo>
                <a:lnTo>
                  <a:pt x="0" y="256566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1000">
                <a:srgbClr val="A83836"/>
              </a:gs>
              <a:gs pos="100000">
                <a:srgbClr val="A83836">
                  <a:alpha val="74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67680" y="5906382"/>
            <a:ext cx="28566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Placeholder Title S03</a:t>
            </a:r>
            <a:r>
              <a:rPr kumimoji="0" lang="zh-CN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bullet placeholder 1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bullet placeholder 2</a:t>
            </a:r>
            <a:r>
              <a:rPr kumimoji="0" lang="zh-CN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image caption placeholder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image caption placeholder</a:t>
            </a:r>
            <a:r>
              <a:rPr kumimoji="0" lang="zh-CN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template image caption placeholder</a:t>
            </a:r>
            <a:r>
              <a:rPr kumimoji="0" lang="zh-CN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05101" y="3948842"/>
            <a:ext cx="8981798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A838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template image caption placeholder</a:t>
            </a:r>
            <a:endParaRPr kumimoji="1" lang="zh-CN" altLang="zh-CN" sz="5600" b="1" i="0" u="none" strike="noStrike" kern="1200" cap="none" spc="0" normalizeH="0" baseline="0" noProof="0" dirty="0">
              <a:ln>
                <a:noFill/>
              </a:ln>
              <a:solidFill>
                <a:srgbClr val="A8383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31852" y="5266573"/>
            <a:ext cx="2128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template image caption placeholder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template image caption placeholder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 flipH="1">
            <a:off x="-3" y="6698512"/>
            <a:ext cx="12191683" cy="159040"/>
          </a:xfrm>
          <a:prstGeom prst="rect">
            <a:avLst/>
          </a:prstGeom>
          <a:solidFill>
            <a:srgbClr val="A8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pic>
        <p:nvPicPr>
          <p:cNvPr id="2" name="Image Placeholder 3" descr="placeholder image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180685" y="1213444"/>
            <a:ext cx="3750197" cy="1135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85975" y="391020"/>
            <a:ext cx="340051" cy="414000"/>
            <a:chOff x="355349" y="296017"/>
            <a:chExt cx="336003" cy="338400"/>
          </a:xfrm>
        </p:grpSpPr>
        <p:sp>
          <p:nvSpPr>
            <p:cNvPr id="5" name="三角形 4"/>
            <p:cNvSpPr/>
            <p:nvPr userDrawn="1"/>
          </p:nvSpPr>
          <p:spPr>
            <a:xfrm rot="5400000" flipH="1">
              <a:off x="306749" y="344617"/>
              <a:ext cx="338400" cy="241200"/>
            </a:xfrm>
            <a:prstGeom prst="triangle">
              <a:avLst/>
            </a:prstGeom>
            <a:gradFill>
              <a:gsLst>
                <a:gs pos="19000">
                  <a:srgbClr val="A83836"/>
                </a:gs>
                <a:gs pos="100000">
                  <a:srgbClr val="C0000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三角形 5"/>
            <p:cNvSpPr/>
            <p:nvPr userDrawn="1"/>
          </p:nvSpPr>
          <p:spPr>
            <a:xfrm rot="5400000" flipH="1">
              <a:off x="401552" y="344617"/>
              <a:ext cx="338400" cy="241200"/>
            </a:xfrm>
            <a:prstGeom prst="triangle">
              <a:avLst/>
            </a:prstGeom>
            <a:gradFill>
              <a:gsLst>
                <a:gs pos="19000">
                  <a:srgbClr val="A83836"/>
                </a:gs>
                <a:gs pos="100000">
                  <a:srgbClr val="C0000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0" y="6601571"/>
            <a:ext cx="12192000" cy="264449"/>
          </a:xfrm>
          <a:prstGeom prst="rect">
            <a:avLst/>
          </a:prstGeom>
          <a:solidFill>
            <a:srgbClr val="A83836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921971" y="253298"/>
            <a:ext cx="5286918" cy="72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3200" b="1" dirty="0">
                <a:solidFill>
                  <a:srgbClr val="A838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Placeholder Title S04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1263639" y="1923340"/>
            <a:ext cx="9991383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template bullet placeholder 1</a:t>
            </a:r>
            <a:endParaRPr lang="zh-CN" altLang="en-US" sz="1600" dirty="0">
              <a:solidFill>
                <a:schemeClr val="tx1">
                  <a:lumMod val="75000"/>
                  <a:lumOff val="25000"/>
                  <a:alpha val="77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11" name="图形"/>
          <p:cNvSpPr txBox="1"/>
          <p:nvPr/>
        </p:nvSpPr>
        <p:spPr>
          <a:xfrm>
            <a:off x="924972" y="1382923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template bullet placeholder 2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1263639" y="3524156"/>
            <a:ext cx="9991383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template bullet placeholder 3</a:t>
            </a:r>
            <a:endParaRPr lang="zh-CN" altLang="en-US" sz="1600" dirty="0">
              <a:solidFill>
                <a:schemeClr val="tx1">
                  <a:lumMod val="75000"/>
                  <a:lumOff val="25000"/>
                  <a:alpha val="77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13" name="图形"/>
          <p:cNvSpPr txBox="1"/>
          <p:nvPr/>
        </p:nvSpPr>
        <p:spPr>
          <a:xfrm>
            <a:off x="924972" y="2972164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template bullet placeholder 3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1263639" y="5106410"/>
            <a:ext cx="9991383" cy="130951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  <a:sym typeface="+mn-ea"/>
              </a:rPr>
              <a:t>template bullet placeholder 3</a:t>
            </a:r>
            <a:endParaRPr lang="zh-CN" altLang="en-US" sz="1600" dirty="0">
              <a:solidFill>
                <a:schemeClr val="tx1">
                  <a:lumMod val="75000"/>
                  <a:lumOff val="25000"/>
                  <a:alpha val="77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58号-创中黑" panose="00000500000000000000" charset="-122"/>
              <a:sym typeface="+mn-ea"/>
            </a:endParaRPr>
          </a:p>
        </p:txBody>
      </p:sp>
      <p:sp>
        <p:nvSpPr>
          <p:cNvPr id="15" name="图形"/>
          <p:cNvSpPr txBox="1"/>
          <p:nvPr/>
        </p:nvSpPr>
        <p:spPr>
          <a:xfrm>
            <a:off x="924972" y="4565993"/>
            <a:ext cx="433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魂58号-创中黑" panose="00000500000000000000" charset="-122"/>
              </a:rPr>
              <a:t>template bullet placeholder 3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0" y="5711132"/>
            <a:ext cx="12192000" cy="1146867"/>
          </a:xfrm>
          <a:prstGeom prst="rect">
            <a:avLst/>
          </a:prstGeom>
          <a:solidFill>
            <a:srgbClr val="A8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6691" y="1192586"/>
            <a:ext cx="10799059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74080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Template Placeholder Title S05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74080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template bullet placeholder 1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74080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template bullet placeholder 2</a:t>
            </a:r>
          </a:p>
        </p:txBody>
      </p:sp>
      <p:pic>
        <p:nvPicPr>
          <p:cNvPr id="8" name="Image Placeholder 1" descr="placeholder image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47599" y="1894417"/>
            <a:ext cx="3926174" cy="2043610"/>
          </a:xfrm>
          <a:prstGeom prst="rect">
            <a:avLst/>
          </a:prstGeom>
        </p:spPr>
      </p:pic>
      <p:sp>
        <p:nvSpPr>
          <p:cNvPr id="9" name="对角圆角矩形 8"/>
          <p:cNvSpPr/>
          <p:nvPr/>
        </p:nvSpPr>
        <p:spPr>
          <a:xfrm>
            <a:off x="6257368" y="1894416"/>
            <a:ext cx="3926174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rgbClr val="FFE4D7"/>
              </a:gs>
            </a:gsLst>
            <a:lin ang="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Image Placeholder 2" descr="placeholder image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98604" y="1908704"/>
            <a:ext cx="3931303" cy="2043609"/>
          </a:xfrm>
          <a:prstGeom prst="rect">
            <a:avLst/>
          </a:prstGeom>
        </p:spPr>
      </p:pic>
      <p:sp>
        <p:nvSpPr>
          <p:cNvPr id="12" name="对角圆角矩形 11"/>
          <p:cNvSpPr/>
          <p:nvPr/>
        </p:nvSpPr>
        <p:spPr>
          <a:xfrm>
            <a:off x="723900" y="1911845"/>
            <a:ext cx="3931303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rgbClr val="FFE4D7"/>
              </a:gs>
            </a:gsLst>
            <a:lin ang="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Image Placeholder 3" descr="placeholder image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06194" y="4169703"/>
            <a:ext cx="3941176" cy="2043610"/>
          </a:xfrm>
          <a:prstGeom prst="rect">
            <a:avLst/>
          </a:prstGeom>
        </p:spPr>
      </p:pic>
      <p:sp>
        <p:nvSpPr>
          <p:cNvPr id="15" name="对角圆角矩形 14"/>
          <p:cNvSpPr/>
          <p:nvPr/>
        </p:nvSpPr>
        <p:spPr>
          <a:xfrm>
            <a:off x="741363" y="4169703"/>
            <a:ext cx="4152900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rgbClr val="FFE4D7"/>
              </a:gs>
            </a:gsLst>
            <a:lin ang="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Image Placeholder 4" descr="placeholder image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23476" y="4155016"/>
            <a:ext cx="3956648" cy="2043610"/>
          </a:xfrm>
          <a:prstGeom prst="rect">
            <a:avLst/>
          </a:prstGeom>
        </p:spPr>
      </p:pic>
      <p:sp>
        <p:nvSpPr>
          <p:cNvPr id="18" name="对角圆角矩形 17"/>
          <p:cNvSpPr/>
          <p:nvPr/>
        </p:nvSpPr>
        <p:spPr>
          <a:xfrm>
            <a:off x="6263718" y="4155415"/>
            <a:ext cx="3926174" cy="2043610"/>
          </a:xfrm>
          <a:prstGeom prst="round2DiagRect">
            <a:avLst/>
          </a:prstGeom>
          <a:gradFill>
            <a:gsLst>
              <a:gs pos="81000">
                <a:schemeClr val="bg1">
                  <a:alpha val="0"/>
                </a:schemeClr>
              </a:gs>
              <a:gs pos="33000">
                <a:srgbClr val="FFE4D7"/>
              </a:gs>
            </a:gsLst>
            <a:lin ang="0" scaled="0"/>
          </a:gradFill>
          <a:ln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</a:gsLst>
              <a:lin ang="0" scaled="0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439603" y="268075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dirty="0">
                <a:solidFill>
                  <a:srgbClr val="A838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image caption placeholder</a:t>
            </a:r>
            <a:r>
              <a: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A838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template image caption placeholder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445954" y="4941355"/>
            <a:ext cx="15249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A838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template image caption placeholder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80735" y="2695043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A838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template image caption placeholder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98197" y="4955643"/>
            <a:ext cx="3330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srgbClr val="A8383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template image caption placeholder</a:t>
            </a:r>
          </a:p>
        </p:txBody>
      </p:sp>
      <p:sp>
        <p:nvSpPr>
          <p:cNvPr id="23" name="矩形 22"/>
          <p:cNvSpPr/>
          <p:nvPr/>
        </p:nvSpPr>
        <p:spPr>
          <a:xfrm>
            <a:off x="6538911" y="3133720"/>
            <a:ext cx="657419" cy="45719"/>
          </a:xfrm>
          <a:prstGeom prst="rect">
            <a:avLst/>
          </a:prstGeom>
          <a:solidFill>
            <a:srgbClr val="A8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532562" y="5381620"/>
            <a:ext cx="657419" cy="45719"/>
          </a:xfrm>
          <a:prstGeom prst="rect">
            <a:avLst/>
          </a:prstGeom>
          <a:solidFill>
            <a:srgbClr val="A8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77899" y="3148008"/>
            <a:ext cx="657419" cy="45719"/>
          </a:xfrm>
          <a:prstGeom prst="rect">
            <a:avLst/>
          </a:prstGeom>
          <a:solidFill>
            <a:srgbClr val="A8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95362" y="5395908"/>
            <a:ext cx="657419" cy="45719"/>
          </a:xfrm>
          <a:prstGeom prst="rect">
            <a:avLst/>
          </a:prstGeom>
          <a:solidFill>
            <a:srgbClr val="A83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921971" y="253298"/>
            <a:ext cx="3550017" cy="722299"/>
          </a:xfrm>
        </p:spPr>
        <p:txBody>
          <a:bodyPr>
            <a:normAutofit fontScale="90000"/>
          </a:bodyPr>
          <a:lstStyle/>
          <a:p>
            <a:r>
              <a:rPr lang="zh-CN" altLang="zh-CN" sz="3200" b="1" dirty="0">
                <a:solidFill>
                  <a:srgbClr val="A83836"/>
                </a:solidFill>
                <a:effectLst/>
                <a:cs typeface="楷体" panose="02010609060101010101" pitchFamily="49" charset="-122"/>
              </a:rPr>
              <a:t>template image caption placeholder</a:t>
            </a:r>
            <a:endParaRPr kumimoji="1" lang="zh-CN" altLang="en-US" sz="6600" b="1" dirty="0">
              <a:solidFill>
                <a:srgbClr val="A83836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85975" y="391020"/>
            <a:ext cx="340051" cy="414000"/>
            <a:chOff x="355349" y="296017"/>
            <a:chExt cx="336003" cy="338400"/>
          </a:xfrm>
        </p:grpSpPr>
        <p:sp>
          <p:nvSpPr>
            <p:cNvPr id="3" name="三角形 2"/>
            <p:cNvSpPr/>
            <p:nvPr userDrawn="1"/>
          </p:nvSpPr>
          <p:spPr>
            <a:xfrm rot="5400000" flipH="1">
              <a:off x="306749" y="344617"/>
              <a:ext cx="338400" cy="241200"/>
            </a:xfrm>
            <a:prstGeom prst="triangle">
              <a:avLst/>
            </a:prstGeom>
            <a:gradFill>
              <a:gsLst>
                <a:gs pos="19000">
                  <a:srgbClr val="A83836"/>
                </a:gs>
                <a:gs pos="100000">
                  <a:srgbClr val="C0000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三角形 3"/>
            <p:cNvSpPr/>
            <p:nvPr userDrawn="1"/>
          </p:nvSpPr>
          <p:spPr>
            <a:xfrm rot="5400000" flipH="1">
              <a:off x="401552" y="344617"/>
              <a:ext cx="338400" cy="241200"/>
            </a:xfrm>
            <a:prstGeom prst="triangle">
              <a:avLst/>
            </a:prstGeom>
            <a:gradFill>
              <a:gsLst>
                <a:gs pos="19000">
                  <a:srgbClr val="A83836"/>
                </a:gs>
                <a:gs pos="100000">
                  <a:srgbClr val="C0000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9911644" y="6524557"/>
            <a:ext cx="222391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dirty="0">
                <a:solidFill>
                  <a:srgbClr val="F9D5AE">
                    <a:alpha val="71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image caption placeholder</a:t>
            </a: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M1ZDMzMzY5NDRlMDhlNTM3MDI1ODFiY2I1OWNiNzQifQ=="/>
</p:tagLst>
</file>

<file path=ppt/theme/theme1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</Words>
  <Application>Microsoft Office PowerPoint</Application>
  <PresentationFormat>宽屏</PresentationFormat>
  <Paragraphs>29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等线 Light</vt:lpstr>
      <vt:lpstr>微软雅黑</vt:lpstr>
      <vt:lpstr>Wingdings</vt:lpstr>
      <vt:lpstr>Times New Roman</vt:lpstr>
      <vt:lpstr>等线</vt:lpstr>
      <vt:lpstr>Calibri</vt:lpstr>
      <vt:lpstr>3_Office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template image caption placeholder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23</cp:lastModifiedBy>
  <cp:revision>108</cp:revision>
  <dcterms:created xsi:type="dcterms:W3CDTF">2023-06-05T01:11:00Z</dcterms:created>
  <dcterms:modified xsi:type="dcterms:W3CDTF">2026-04-12T10:33:36Z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2F07700893FF460F91F3D02DEDF4F4D6_13</vt:lpwstr>
  </property>
  <property fmtid="{D5CDD505-2E9C-101B-9397-08002B2CF9AE}" pid="3" name="KSOProductBuildVer">
    <vt:lpwstr>2052-12.1.0.19302</vt:lpwstr>
  </property>
</Properties>
</file>